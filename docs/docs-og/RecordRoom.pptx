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9" r:id="rId1"/>
  </p:sldMasterIdLst>
  <p:notesMasterIdLst>
    <p:notesMasterId r:id="rId16"/>
  </p:notesMasterIdLst>
  <p:handoutMasterIdLst>
    <p:handoutMasterId r:id="rId17"/>
  </p:handoutMasterIdLst>
  <p:sldIdLst>
    <p:sldId id="497" r:id="rId2"/>
    <p:sldId id="298" r:id="rId3"/>
    <p:sldId id="302" r:id="rId4"/>
    <p:sldId id="494" r:id="rId5"/>
    <p:sldId id="495" r:id="rId6"/>
    <p:sldId id="299" r:id="rId7"/>
    <p:sldId id="496" r:id="rId8"/>
    <p:sldId id="300" r:id="rId9"/>
    <p:sldId id="301" r:id="rId10"/>
    <p:sldId id="469" r:id="rId11"/>
    <p:sldId id="500" r:id="rId12"/>
    <p:sldId id="305" r:id="rId13"/>
    <p:sldId id="323" r:id="rId14"/>
    <p:sldId id="504" r:id="rId15"/>
  </p:sldIdLst>
  <p:sldSz cx="12192000" cy="6858000"/>
  <p:notesSz cx="68580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CC00FF"/>
    <a:srgbClr val="FF5050"/>
    <a:srgbClr val="DDDDDD"/>
    <a:srgbClr val="FF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42" autoAdjust="0"/>
    <p:restoredTop sz="93229" autoAdjust="0"/>
  </p:normalViewPr>
  <p:slideViewPr>
    <p:cSldViewPr snapToGrid="0">
      <p:cViewPr varScale="1">
        <p:scale>
          <a:sx n="79" d="100"/>
          <a:sy n="79" d="100"/>
        </p:scale>
        <p:origin x="87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7DF0AB-0056-4D51-AFA5-8617E0D3B850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899462-F897-4FC3-A880-EB6226EB1AFE}">
      <dgm:prSet phldrT="[Text]" custT="1"/>
      <dgm:spPr/>
      <dgm:t>
        <a:bodyPr/>
        <a:lstStyle/>
        <a:p>
          <a:r>
            <a:rPr lang="en-IN" sz="1400" dirty="0"/>
            <a:t>Supervisor/Project Manager</a:t>
          </a:r>
        </a:p>
      </dgm:t>
    </dgm:pt>
    <dgm:pt modelId="{49ECF685-9614-484F-A1CF-0E89F4027ED9}" type="parTrans" cxnId="{55BF7467-FA80-4C5E-B641-EDEE01BED54F}">
      <dgm:prSet/>
      <dgm:spPr/>
      <dgm:t>
        <a:bodyPr/>
        <a:lstStyle/>
        <a:p>
          <a:endParaRPr lang="en-IN"/>
        </a:p>
      </dgm:t>
    </dgm:pt>
    <dgm:pt modelId="{D93F1406-A637-4419-9BFA-7283099EB462}" type="sibTrans" cxnId="{55BF7467-FA80-4C5E-B641-EDEE01BED54F}">
      <dgm:prSet/>
      <dgm:spPr/>
      <dgm:t>
        <a:bodyPr/>
        <a:lstStyle/>
        <a:p>
          <a:endParaRPr lang="en-IN"/>
        </a:p>
      </dgm:t>
    </dgm:pt>
    <dgm:pt modelId="{FD8A3C5F-C05F-47C7-A1B5-7901F9006480}">
      <dgm:prSet phldrT="[Text]" custT="1"/>
      <dgm:spPr/>
      <dgm:t>
        <a:bodyPr/>
        <a:lstStyle/>
        <a:p>
          <a:r>
            <a:rPr lang="en-IN" sz="1400" dirty="0"/>
            <a:t>Operator 1</a:t>
          </a:r>
        </a:p>
      </dgm:t>
    </dgm:pt>
    <dgm:pt modelId="{A942AB53-0E6E-4CFE-80D2-2537A2690A10}" type="parTrans" cxnId="{AC7AB9A1-2273-43A6-B46D-F22E75C32A83}">
      <dgm:prSet/>
      <dgm:spPr/>
      <dgm:t>
        <a:bodyPr/>
        <a:lstStyle/>
        <a:p>
          <a:endParaRPr lang="en-IN"/>
        </a:p>
      </dgm:t>
    </dgm:pt>
    <dgm:pt modelId="{035C9C21-A0F2-4A83-B546-4B49BC86CE86}" type="sibTrans" cxnId="{AC7AB9A1-2273-43A6-B46D-F22E75C32A83}">
      <dgm:prSet/>
      <dgm:spPr/>
      <dgm:t>
        <a:bodyPr/>
        <a:lstStyle/>
        <a:p>
          <a:endParaRPr lang="en-IN"/>
        </a:p>
      </dgm:t>
    </dgm:pt>
    <dgm:pt modelId="{C8A5A3F4-AC44-4555-AAAB-9C3D491E2EA4}">
      <dgm:prSet phldrT="[Text]" custT="1"/>
      <dgm:spPr/>
      <dgm:t>
        <a:bodyPr/>
        <a:lstStyle/>
        <a:p>
          <a:r>
            <a:rPr lang="en-IN" sz="1400" dirty="0"/>
            <a:t>Operator 2</a:t>
          </a:r>
        </a:p>
      </dgm:t>
    </dgm:pt>
    <dgm:pt modelId="{2E9CBEE3-FA1C-452D-B750-1092F70587F3}" type="parTrans" cxnId="{15311CBB-B01E-4197-BD0F-AE543C4103C8}">
      <dgm:prSet/>
      <dgm:spPr/>
      <dgm:t>
        <a:bodyPr/>
        <a:lstStyle/>
        <a:p>
          <a:endParaRPr lang="en-IN"/>
        </a:p>
      </dgm:t>
    </dgm:pt>
    <dgm:pt modelId="{C158431C-54DF-45DD-B3DD-68FFF8EDF9A6}" type="sibTrans" cxnId="{15311CBB-B01E-4197-BD0F-AE543C4103C8}">
      <dgm:prSet/>
      <dgm:spPr/>
      <dgm:t>
        <a:bodyPr/>
        <a:lstStyle/>
        <a:p>
          <a:endParaRPr lang="en-IN"/>
        </a:p>
      </dgm:t>
    </dgm:pt>
    <dgm:pt modelId="{D90B3603-0847-427B-A065-E0796D9A53FB}">
      <dgm:prSet phldrT="[Text]" custT="1"/>
      <dgm:spPr/>
      <dgm:t>
        <a:bodyPr/>
        <a:lstStyle/>
        <a:p>
          <a:r>
            <a:rPr lang="en-IN" sz="1800" dirty="0"/>
            <a:t>Team 02</a:t>
          </a:r>
        </a:p>
      </dgm:t>
    </dgm:pt>
    <dgm:pt modelId="{45D459AA-4798-43F3-8B38-C32A951938CC}" type="parTrans" cxnId="{1F2B5583-3E94-43E4-A8EF-C9EAC3C77C54}">
      <dgm:prSet/>
      <dgm:spPr/>
      <dgm:t>
        <a:bodyPr/>
        <a:lstStyle/>
        <a:p>
          <a:endParaRPr lang="en-IN"/>
        </a:p>
      </dgm:t>
    </dgm:pt>
    <dgm:pt modelId="{502F64EA-3E3E-4EA1-A7CE-0C664283164C}" type="sibTrans" cxnId="{1F2B5583-3E94-43E4-A8EF-C9EAC3C77C54}">
      <dgm:prSet/>
      <dgm:spPr/>
      <dgm:t>
        <a:bodyPr/>
        <a:lstStyle/>
        <a:p>
          <a:endParaRPr lang="en-IN"/>
        </a:p>
      </dgm:t>
    </dgm:pt>
    <dgm:pt modelId="{43F39942-3784-41C0-B3CE-E73673E248D9}">
      <dgm:prSet phldrT="[Text]" custT="1"/>
      <dgm:spPr/>
      <dgm:t>
        <a:bodyPr/>
        <a:lstStyle/>
        <a:p>
          <a:r>
            <a:rPr lang="en-IN" sz="1400" dirty="0"/>
            <a:t>Operator 3</a:t>
          </a:r>
        </a:p>
      </dgm:t>
    </dgm:pt>
    <dgm:pt modelId="{8628D00B-EC62-42FC-A4AA-3A548A831221}" type="parTrans" cxnId="{87E49EE5-FEEC-44E0-A533-9F08D3ACA03C}">
      <dgm:prSet/>
      <dgm:spPr/>
      <dgm:t>
        <a:bodyPr/>
        <a:lstStyle/>
        <a:p>
          <a:endParaRPr lang="en-IN"/>
        </a:p>
      </dgm:t>
    </dgm:pt>
    <dgm:pt modelId="{EFD81F27-ECE4-47A3-8634-78FC1C4570FE}" type="sibTrans" cxnId="{87E49EE5-FEEC-44E0-A533-9F08D3ACA03C}">
      <dgm:prSet/>
      <dgm:spPr/>
      <dgm:t>
        <a:bodyPr/>
        <a:lstStyle/>
        <a:p>
          <a:endParaRPr lang="en-IN"/>
        </a:p>
      </dgm:t>
    </dgm:pt>
    <dgm:pt modelId="{EB37A7FB-DE68-4D2C-8BC4-D19B8499C827}">
      <dgm:prSet custT="1"/>
      <dgm:spPr/>
      <dgm:t>
        <a:bodyPr/>
        <a:lstStyle/>
        <a:p>
          <a:r>
            <a:rPr lang="en-IN" sz="1400" dirty="0"/>
            <a:t>Operator 4</a:t>
          </a:r>
        </a:p>
      </dgm:t>
    </dgm:pt>
    <dgm:pt modelId="{143F1B7C-4C2C-4595-873E-3B4D2D68B8BA}" type="parTrans" cxnId="{C5593833-C0FD-423E-86A0-93553BFB53CE}">
      <dgm:prSet/>
      <dgm:spPr/>
      <dgm:t>
        <a:bodyPr/>
        <a:lstStyle/>
        <a:p>
          <a:endParaRPr lang="en-IN"/>
        </a:p>
      </dgm:t>
    </dgm:pt>
    <dgm:pt modelId="{96A3B93D-9FD7-40E5-937D-0531E34B4864}" type="sibTrans" cxnId="{C5593833-C0FD-423E-86A0-93553BFB53CE}">
      <dgm:prSet/>
      <dgm:spPr/>
      <dgm:t>
        <a:bodyPr/>
        <a:lstStyle/>
        <a:p>
          <a:endParaRPr lang="en-IN"/>
        </a:p>
      </dgm:t>
    </dgm:pt>
    <dgm:pt modelId="{2AF67FF0-26E5-4643-86CA-BAA532D4824C}">
      <dgm:prSet phldrT="[Text]" custT="1"/>
      <dgm:spPr/>
      <dgm:t>
        <a:bodyPr/>
        <a:lstStyle/>
        <a:p>
          <a:r>
            <a:rPr lang="en-IN" sz="1800" dirty="0"/>
            <a:t>Team 01</a:t>
          </a:r>
        </a:p>
      </dgm:t>
    </dgm:pt>
    <dgm:pt modelId="{6732D5A5-B0E1-4DBC-8BCF-5E2D77BDE7A1}" type="sibTrans" cxnId="{3F1864F0-9DEC-407A-91BF-D233F36AE672}">
      <dgm:prSet/>
      <dgm:spPr/>
      <dgm:t>
        <a:bodyPr/>
        <a:lstStyle/>
        <a:p>
          <a:endParaRPr lang="en-IN"/>
        </a:p>
      </dgm:t>
    </dgm:pt>
    <dgm:pt modelId="{4ACF26B0-49BE-461B-9CC5-440167D64B0C}" type="parTrans" cxnId="{3F1864F0-9DEC-407A-91BF-D233F36AE672}">
      <dgm:prSet/>
      <dgm:spPr/>
      <dgm:t>
        <a:bodyPr/>
        <a:lstStyle/>
        <a:p>
          <a:endParaRPr lang="en-IN"/>
        </a:p>
      </dgm:t>
    </dgm:pt>
    <dgm:pt modelId="{2B3E932D-0F8B-4FEB-A95C-43D58AB83AF8}">
      <dgm:prSet phldrT="[Text]" custT="1"/>
      <dgm:spPr/>
      <dgm:t>
        <a:bodyPr/>
        <a:lstStyle/>
        <a:p>
          <a:r>
            <a:rPr lang="en-IN" sz="1400" dirty="0"/>
            <a:t>Picker/Stacker</a:t>
          </a:r>
        </a:p>
      </dgm:t>
    </dgm:pt>
    <dgm:pt modelId="{B24372E2-6E77-44EF-8EBA-B3D7A3EF18A8}" type="parTrans" cxnId="{B5D1883C-A27A-457D-A1E4-2BC439232E5D}">
      <dgm:prSet/>
      <dgm:spPr/>
      <dgm:t>
        <a:bodyPr/>
        <a:lstStyle/>
        <a:p>
          <a:endParaRPr lang="en-US"/>
        </a:p>
      </dgm:t>
    </dgm:pt>
    <dgm:pt modelId="{861A3232-2902-4EB8-8CF4-BE43F3D1DA64}" type="sibTrans" cxnId="{B5D1883C-A27A-457D-A1E4-2BC439232E5D}">
      <dgm:prSet/>
      <dgm:spPr/>
      <dgm:t>
        <a:bodyPr/>
        <a:lstStyle/>
        <a:p>
          <a:endParaRPr lang="en-US"/>
        </a:p>
      </dgm:t>
    </dgm:pt>
    <dgm:pt modelId="{0AEA3546-D44E-47D0-969F-FD6659EE00F2}">
      <dgm:prSet custT="1"/>
      <dgm:spPr/>
      <dgm:t>
        <a:bodyPr/>
        <a:lstStyle/>
        <a:p>
          <a:r>
            <a:rPr lang="en-IN" sz="1400" dirty="0"/>
            <a:t>Picker/Stacker</a:t>
          </a:r>
        </a:p>
      </dgm:t>
    </dgm:pt>
    <dgm:pt modelId="{0905AA7D-83E5-4275-A9DA-83B8993C4D45}" type="parTrans" cxnId="{4E09AE8E-4BA5-4941-8EA5-94E5FFCCD860}">
      <dgm:prSet/>
      <dgm:spPr/>
      <dgm:t>
        <a:bodyPr/>
        <a:lstStyle/>
        <a:p>
          <a:endParaRPr lang="en-US"/>
        </a:p>
      </dgm:t>
    </dgm:pt>
    <dgm:pt modelId="{EF0F1769-829C-4DA6-9C22-6D1F10F98F66}" type="sibTrans" cxnId="{4E09AE8E-4BA5-4941-8EA5-94E5FFCCD860}">
      <dgm:prSet/>
      <dgm:spPr/>
      <dgm:t>
        <a:bodyPr/>
        <a:lstStyle/>
        <a:p>
          <a:endParaRPr lang="en-US"/>
        </a:p>
      </dgm:t>
    </dgm:pt>
    <dgm:pt modelId="{ACA28107-9E0A-4112-A666-DEB341FB4DB9}" type="pres">
      <dgm:prSet presAssocID="{817DF0AB-0056-4D51-AFA5-8617E0D3B85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4363557-19C8-4B30-9C1E-DC49CEB06CA3}" type="pres">
      <dgm:prSet presAssocID="{A8899462-F897-4FC3-A880-EB6226EB1AFE}" presName="hierRoot1" presStyleCnt="0">
        <dgm:presLayoutVars>
          <dgm:hierBranch val="init"/>
        </dgm:presLayoutVars>
      </dgm:prSet>
      <dgm:spPr/>
    </dgm:pt>
    <dgm:pt modelId="{B885F1C6-02DD-42A6-8ECB-01C1EFD4C875}" type="pres">
      <dgm:prSet presAssocID="{A8899462-F897-4FC3-A880-EB6226EB1AFE}" presName="rootComposite1" presStyleCnt="0"/>
      <dgm:spPr/>
    </dgm:pt>
    <dgm:pt modelId="{330AB08F-D660-4AD5-9718-260849CE46CD}" type="pres">
      <dgm:prSet presAssocID="{A8899462-F897-4FC3-A880-EB6226EB1AFE}" presName="rootText1" presStyleLbl="node0" presStyleIdx="0" presStyleCnt="1">
        <dgm:presLayoutVars>
          <dgm:chPref val="3"/>
        </dgm:presLayoutVars>
      </dgm:prSet>
      <dgm:spPr/>
    </dgm:pt>
    <dgm:pt modelId="{1C3AE418-47F1-470C-9065-AAE8A3CBDB9A}" type="pres">
      <dgm:prSet presAssocID="{A8899462-F897-4FC3-A880-EB6226EB1AFE}" presName="rootConnector1" presStyleLbl="node1" presStyleIdx="0" presStyleCnt="0"/>
      <dgm:spPr/>
    </dgm:pt>
    <dgm:pt modelId="{9B385A3E-E832-468D-8DFE-0BC11C2383FE}" type="pres">
      <dgm:prSet presAssocID="{A8899462-F897-4FC3-A880-EB6226EB1AFE}" presName="hierChild2" presStyleCnt="0"/>
      <dgm:spPr/>
    </dgm:pt>
    <dgm:pt modelId="{4780A75F-85DF-46EE-9FC7-3BA7E245523E}" type="pres">
      <dgm:prSet presAssocID="{4ACF26B0-49BE-461B-9CC5-440167D64B0C}" presName="Name64" presStyleLbl="parChTrans1D2" presStyleIdx="0" presStyleCnt="2"/>
      <dgm:spPr/>
    </dgm:pt>
    <dgm:pt modelId="{4FD7C9C2-C8A5-4A95-8438-B83F2920A8DF}" type="pres">
      <dgm:prSet presAssocID="{2AF67FF0-26E5-4643-86CA-BAA532D4824C}" presName="hierRoot2" presStyleCnt="0">
        <dgm:presLayoutVars>
          <dgm:hierBranch val="init"/>
        </dgm:presLayoutVars>
      </dgm:prSet>
      <dgm:spPr/>
    </dgm:pt>
    <dgm:pt modelId="{34B91AB7-FD17-4ED9-B6F1-3D70A0374F06}" type="pres">
      <dgm:prSet presAssocID="{2AF67FF0-26E5-4643-86CA-BAA532D4824C}" presName="rootComposite" presStyleCnt="0"/>
      <dgm:spPr/>
    </dgm:pt>
    <dgm:pt modelId="{D63DEB5A-2599-4C8B-8FA5-F2E886E0EA2A}" type="pres">
      <dgm:prSet presAssocID="{2AF67FF0-26E5-4643-86CA-BAA532D4824C}" presName="rootText" presStyleLbl="node2" presStyleIdx="0" presStyleCnt="2" custScaleY="160850">
        <dgm:presLayoutVars>
          <dgm:chPref val="3"/>
        </dgm:presLayoutVars>
      </dgm:prSet>
      <dgm:spPr/>
    </dgm:pt>
    <dgm:pt modelId="{87B8CDA2-402C-4BA7-9D45-374A695C9921}" type="pres">
      <dgm:prSet presAssocID="{2AF67FF0-26E5-4643-86CA-BAA532D4824C}" presName="rootConnector" presStyleLbl="node2" presStyleIdx="0" presStyleCnt="2"/>
      <dgm:spPr/>
    </dgm:pt>
    <dgm:pt modelId="{D9FFBBCC-2070-4361-9573-C13EB5141195}" type="pres">
      <dgm:prSet presAssocID="{2AF67FF0-26E5-4643-86CA-BAA532D4824C}" presName="hierChild4" presStyleCnt="0"/>
      <dgm:spPr/>
    </dgm:pt>
    <dgm:pt modelId="{33073835-9A3D-4948-B826-65855FB80198}" type="pres">
      <dgm:prSet presAssocID="{A942AB53-0E6E-4CFE-80D2-2537A2690A10}" presName="Name64" presStyleLbl="parChTrans1D3" presStyleIdx="0" presStyleCnt="6"/>
      <dgm:spPr/>
    </dgm:pt>
    <dgm:pt modelId="{539F5D23-ECBC-4E87-AE11-C2715E46B61E}" type="pres">
      <dgm:prSet presAssocID="{FD8A3C5F-C05F-47C7-A1B5-7901F9006480}" presName="hierRoot2" presStyleCnt="0">
        <dgm:presLayoutVars>
          <dgm:hierBranch val="init"/>
        </dgm:presLayoutVars>
      </dgm:prSet>
      <dgm:spPr/>
    </dgm:pt>
    <dgm:pt modelId="{4B26BD5A-0EBE-4C4C-AAC7-57A932987478}" type="pres">
      <dgm:prSet presAssocID="{FD8A3C5F-C05F-47C7-A1B5-7901F9006480}" presName="rootComposite" presStyleCnt="0"/>
      <dgm:spPr/>
    </dgm:pt>
    <dgm:pt modelId="{7698E5FA-181F-463B-8F7D-B7040F1BABC3}" type="pres">
      <dgm:prSet presAssocID="{FD8A3C5F-C05F-47C7-A1B5-7901F9006480}" presName="rootText" presStyleLbl="node3" presStyleIdx="0" presStyleCnt="6">
        <dgm:presLayoutVars>
          <dgm:chPref val="3"/>
        </dgm:presLayoutVars>
      </dgm:prSet>
      <dgm:spPr/>
    </dgm:pt>
    <dgm:pt modelId="{33A7043B-BDFA-4303-848C-F51791C42C88}" type="pres">
      <dgm:prSet presAssocID="{FD8A3C5F-C05F-47C7-A1B5-7901F9006480}" presName="rootConnector" presStyleLbl="node3" presStyleIdx="0" presStyleCnt="6"/>
      <dgm:spPr/>
    </dgm:pt>
    <dgm:pt modelId="{4E21EC6C-D223-4C60-BE3B-1AAB7A78534E}" type="pres">
      <dgm:prSet presAssocID="{FD8A3C5F-C05F-47C7-A1B5-7901F9006480}" presName="hierChild4" presStyleCnt="0"/>
      <dgm:spPr/>
    </dgm:pt>
    <dgm:pt modelId="{A8FC3C96-F992-4492-89E8-673043F14B84}" type="pres">
      <dgm:prSet presAssocID="{FD8A3C5F-C05F-47C7-A1B5-7901F9006480}" presName="hierChild5" presStyleCnt="0"/>
      <dgm:spPr/>
    </dgm:pt>
    <dgm:pt modelId="{62748BA9-3B44-4355-8403-88F094DD8AD9}" type="pres">
      <dgm:prSet presAssocID="{2E9CBEE3-FA1C-452D-B750-1092F70587F3}" presName="Name64" presStyleLbl="parChTrans1D3" presStyleIdx="1" presStyleCnt="6"/>
      <dgm:spPr/>
    </dgm:pt>
    <dgm:pt modelId="{B81AB5AD-7360-463D-92C0-917523323407}" type="pres">
      <dgm:prSet presAssocID="{C8A5A3F4-AC44-4555-AAAB-9C3D491E2EA4}" presName="hierRoot2" presStyleCnt="0">
        <dgm:presLayoutVars>
          <dgm:hierBranch val="init"/>
        </dgm:presLayoutVars>
      </dgm:prSet>
      <dgm:spPr/>
    </dgm:pt>
    <dgm:pt modelId="{1EC96836-8E53-46CA-967D-F0755D70F10E}" type="pres">
      <dgm:prSet presAssocID="{C8A5A3F4-AC44-4555-AAAB-9C3D491E2EA4}" presName="rootComposite" presStyleCnt="0"/>
      <dgm:spPr/>
    </dgm:pt>
    <dgm:pt modelId="{CB07661B-0CF8-4C42-B3F6-68B36FAB80BE}" type="pres">
      <dgm:prSet presAssocID="{C8A5A3F4-AC44-4555-AAAB-9C3D491E2EA4}" presName="rootText" presStyleLbl="node3" presStyleIdx="1" presStyleCnt="6">
        <dgm:presLayoutVars>
          <dgm:chPref val="3"/>
        </dgm:presLayoutVars>
      </dgm:prSet>
      <dgm:spPr/>
    </dgm:pt>
    <dgm:pt modelId="{7F834A51-76D0-43AD-9F82-97579B69C1A7}" type="pres">
      <dgm:prSet presAssocID="{C8A5A3F4-AC44-4555-AAAB-9C3D491E2EA4}" presName="rootConnector" presStyleLbl="node3" presStyleIdx="1" presStyleCnt="6"/>
      <dgm:spPr/>
    </dgm:pt>
    <dgm:pt modelId="{C497737D-9409-495A-9AB9-7F040778BB4B}" type="pres">
      <dgm:prSet presAssocID="{C8A5A3F4-AC44-4555-AAAB-9C3D491E2EA4}" presName="hierChild4" presStyleCnt="0"/>
      <dgm:spPr/>
    </dgm:pt>
    <dgm:pt modelId="{E57E6311-AABA-4CA6-A392-00EFC2DFEA75}" type="pres">
      <dgm:prSet presAssocID="{C8A5A3F4-AC44-4555-AAAB-9C3D491E2EA4}" presName="hierChild5" presStyleCnt="0"/>
      <dgm:spPr/>
    </dgm:pt>
    <dgm:pt modelId="{003BDB0C-2AC5-4C3A-94CC-957426DB5032}" type="pres">
      <dgm:prSet presAssocID="{B24372E2-6E77-44EF-8EBA-B3D7A3EF18A8}" presName="Name64" presStyleLbl="parChTrans1D3" presStyleIdx="2" presStyleCnt="6"/>
      <dgm:spPr/>
    </dgm:pt>
    <dgm:pt modelId="{552883C1-D5BE-47DF-B6D7-4461F07DD96D}" type="pres">
      <dgm:prSet presAssocID="{2B3E932D-0F8B-4FEB-A95C-43D58AB83AF8}" presName="hierRoot2" presStyleCnt="0">
        <dgm:presLayoutVars>
          <dgm:hierBranch val="init"/>
        </dgm:presLayoutVars>
      </dgm:prSet>
      <dgm:spPr/>
    </dgm:pt>
    <dgm:pt modelId="{70ACD4E2-079C-47A9-8564-B35EC192C625}" type="pres">
      <dgm:prSet presAssocID="{2B3E932D-0F8B-4FEB-A95C-43D58AB83AF8}" presName="rootComposite" presStyleCnt="0"/>
      <dgm:spPr/>
    </dgm:pt>
    <dgm:pt modelId="{2D4BC117-2CF4-4924-8072-D0D8A0A53FC4}" type="pres">
      <dgm:prSet presAssocID="{2B3E932D-0F8B-4FEB-A95C-43D58AB83AF8}" presName="rootText" presStyleLbl="node3" presStyleIdx="2" presStyleCnt="6">
        <dgm:presLayoutVars>
          <dgm:chPref val="3"/>
        </dgm:presLayoutVars>
      </dgm:prSet>
      <dgm:spPr/>
    </dgm:pt>
    <dgm:pt modelId="{4333B6E1-7125-449D-A63A-34F74D900CB8}" type="pres">
      <dgm:prSet presAssocID="{2B3E932D-0F8B-4FEB-A95C-43D58AB83AF8}" presName="rootConnector" presStyleLbl="node3" presStyleIdx="2" presStyleCnt="6"/>
      <dgm:spPr/>
    </dgm:pt>
    <dgm:pt modelId="{3F72CE25-31BC-4F01-910B-A6C14F84F2C2}" type="pres">
      <dgm:prSet presAssocID="{2B3E932D-0F8B-4FEB-A95C-43D58AB83AF8}" presName="hierChild4" presStyleCnt="0"/>
      <dgm:spPr/>
    </dgm:pt>
    <dgm:pt modelId="{56FD0AD6-7677-4C32-910F-7899731F6C51}" type="pres">
      <dgm:prSet presAssocID="{2B3E932D-0F8B-4FEB-A95C-43D58AB83AF8}" presName="hierChild5" presStyleCnt="0"/>
      <dgm:spPr/>
    </dgm:pt>
    <dgm:pt modelId="{AE11E258-E5BC-49E7-9740-8556189C571A}" type="pres">
      <dgm:prSet presAssocID="{2AF67FF0-26E5-4643-86CA-BAA532D4824C}" presName="hierChild5" presStyleCnt="0"/>
      <dgm:spPr/>
    </dgm:pt>
    <dgm:pt modelId="{C8A0B09F-C613-457B-B347-5699F623ABA0}" type="pres">
      <dgm:prSet presAssocID="{45D459AA-4798-43F3-8B38-C32A951938CC}" presName="Name64" presStyleLbl="parChTrans1D2" presStyleIdx="1" presStyleCnt="2"/>
      <dgm:spPr/>
    </dgm:pt>
    <dgm:pt modelId="{6F544B42-5F56-472D-87EF-D33DF4838B09}" type="pres">
      <dgm:prSet presAssocID="{D90B3603-0847-427B-A065-E0796D9A53FB}" presName="hierRoot2" presStyleCnt="0">
        <dgm:presLayoutVars>
          <dgm:hierBranch val="init"/>
        </dgm:presLayoutVars>
      </dgm:prSet>
      <dgm:spPr/>
    </dgm:pt>
    <dgm:pt modelId="{15D44928-12C3-4240-B788-7C59B4876325}" type="pres">
      <dgm:prSet presAssocID="{D90B3603-0847-427B-A065-E0796D9A53FB}" presName="rootComposite" presStyleCnt="0"/>
      <dgm:spPr/>
    </dgm:pt>
    <dgm:pt modelId="{29327266-7B9E-4957-9ED1-AA3FB14EC0DC}" type="pres">
      <dgm:prSet presAssocID="{D90B3603-0847-427B-A065-E0796D9A53FB}" presName="rootText" presStyleLbl="node2" presStyleIdx="1" presStyleCnt="2" custScaleY="155915">
        <dgm:presLayoutVars>
          <dgm:chPref val="3"/>
        </dgm:presLayoutVars>
      </dgm:prSet>
      <dgm:spPr/>
    </dgm:pt>
    <dgm:pt modelId="{6A230F71-8CEE-4EF2-A0E7-726666B1461B}" type="pres">
      <dgm:prSet presAssocID="{D90B3603-0847-427B-A065-E0796D9A53FB}" presName="rootConnector" presStyleLbl="node2" presStyleIdx="1" presStyleCnt="2"/>
      <dgm:spPr/>
    </dgm:pt>
    <dgm:pt modelId="{64A292B9-A7D5-420D-943C-36335395F07D}" type="pres">
      <dgm:prSet presAssocID="{D90B3603-0847-427B-A065-E0796D9A53FB}" presName="hierChild4" presStyleCnt="0"/>
      <dgm:spPr/>
    </dgm:pt>
    <dgm:pt modelId="{08D894FA-C183-49FB-869C-20128E71AC47}" type="pres">
      <dgm:prSet presAssocID="{8628D00B-EC62-42FC-A4AA-3A548A831221}" presName="Name64" presStyleLbl="parChTrans1D3" presStyleIdx="3" presStyleCnt="6"/>
      <dgm:spPr/>
    </dgm:pt>
    <dgm:pt modelId="{78C436C8-8E4F-460B-9554-0CB4F9BDB303}" type="pres">
      <dgm:prSet presAssocID="{43F39942-3784-41C0-B3CE-E73673E248D9}" presName="hierRoot2" presStyleCnt="0">
        <dgm:presLayoutVars>
          <dgm:hierBranch val="init"/>
        </dgm:presLayoutVars>
      </dgm:prSet>
      <dgm:spPr/>
    </dgm:pt>
    <dgm:pt modelId="{427782D8-D2AA-4586-954B-6AF2EEF1153B}" type="pres">
      <dgm:prSet presAssocID="{43F39942-3784-41C0-B3CE-E73673E248D9}" presName="rootComposite" presStyleCnt="0"/>
      <dgm:spPr/>
    </dgm:pt>
    <dgm:pt modelId="{3E946624-52AE-457E-A0BD-B6E7E7AA70FE}" type="pres">
      <dgm:prSet presAssocID="{43F39942-3784-41C0-B3CE-E73673E248D9}" presName="rootText" presStyleLbl="node3" presStyleIdx="3" presStyleCnt="6">
        <dgm:presLayoutVars>
          <dgm:chPref val="3"/>
        </dgm:presLayoutVars>
      </dgm:prSet>
      <dgm:spPr/>
    </dgm:pt>
    <dgm:pt modelId="{32B8D670-0F07-4752-A160-2ECDD59C3DE8}" type="pres">
      <dgm:prSet presAssocID="{43F39942-3784-41C0-B3CE-E73673E248D9}" presName="rootConnector" presStyleLbl="node3" presStyleIdx="3" presStyleCnt="6"/>
      <dgm:spPr/>
    </dgm:pt>
    <dgm:pt modelId="{6014F55B-4D95-4B43-ADF4-656E625792C5}" type="pres">
      <dgm:prSet presAssocID="{43F39942-3784-41C0-B3CE-E73673E248D9}" presName="hierChild4" presStyleCnt="0"/>
      <dgm:spPr/>
    </dgm:pt>
    <dgm:pt modelId="{0018A9C3-BEDB-4D93-A661-C4B4B659CCA4}" type="pres">
      <dgm:prSet presAssocID="{43F39942-3784-41C0-B3CE-E73673E248D9}" presName="hierChild5" presStyleCnt="0"/>
      <dgm:spPr/>
    </dgm:pt>
    <dgm:pt modelId="{5323285D-21C7-4E25-AD3A-F2562C836FB9}" type="pres">
      <dgm:prSet presAssocID="{143F1B7C-4C2C-4595-873E-3B4D2D68B8BA}" presName="Name64" presStyleLbl="parChTrans1D3" presStyleIdx="4" presStyleCnt="6"/>
      <dgm:spPr/>
    </dgm:pt>
    <dgm:pt modelId="{8F826A6C-696C-4FCD-BB18-ED8833095929}" type="pres">
      <dgm:prSet presAssocID="{EB37A7FB-DE68-4D2C-8BC4-D19B8499C827}" presName="hierRoot2" presStyleCnt="0">
        <dgm:presLayoutVars>
          <dgm:hierBranch val="init"/>
        </dgm:presLayoutVars>
      </dgm:prSet>
      <dgm:spPr/>
    </dgm:pt>
    <dgm:pt modelId="{71CFC909-CA18-4F6C-B0D9-3B22B06FFB92}" type="pres">
      <dgm:prSet presAssocID="{EB37A7FB-DE68-4D2C-8BC4-D19B8499C827}" presName="rootComposite" presStyleCnt="0"/>
      <dgm:spPr/>
    </dgm:pt>
    <dgm:pt modelId="{FA05B316-3D9E-4290-B490-E52BA4555C16}" type="pres">
      <dgm:prSet presAssocID="{EB37A7FB-DE68-4D2C-8BC4-D19B8499C827}" presName="rootText" presStyleLbl="node3" presStyleIdx="4" presStyleCnt="6">
        <dgm:presLayoutVars>
          <dgm:chPref val="3"/>
        </dgm:presLayoutVars>
      </dgm:prSet>
      <dgm:spPr/>
    </dgm:pt>
    <dgm:pt modelId="{5CED9418-0229-4C3C-A777-CCD3111A3E8C}" type="pres">
      <dgm:prSet presAssocID="{EB37A7FB-DE68-4D2C-8BC4-D19B8499C827}" presName="rootConnector" presStyleLbl="node3" presStyleIdx="4" presStyleCnt="6"/>
      <dgm:spPr/>
    </dgm:pt>
    <dgm:pt modelId="{A0B2F678-7EAB-45F2-8527-E897A21449B3}" type="pres">
      <dgm:prSet presAssocID="{EB37A7FB-DE68-4D2C-8BC4-D19B8499C827}" presName="hierChild4" presStyleCnt="0"/>
      <dgm:spPr/>
    </dgm:pt>
    <dgm:pt modelId="{20B3ACE0-027C-4492-AA05-53635AE7DC58}" type="pres">
      <dgm:prSet presAssocID="{EB37A7FB-DE68-4D2C-8BC4-D19B8499C827}" presName="hierChild5" presStyleCnt="0"/>
      <dgm:spPr/>
    </dgm:pt>
    <dgm:pt modelId="{D0E90F65-7F3A-454F-B1AB-F7297DAD7962}" type="pres">
      <dgm:prSet presAssocID="{0905AA7D-83E5-4275-A9DA-83B8993C4D45}" presName="Name64" presStyleLbl="parChTrans1D3" presStyleIdx="5" presStyleCnt="6"/>
      <dgm:spPr/>
    </dgm:pt>
    <dgm:pt modelId="{D438C563-0C77-4309-97C1-03609DB37E2E}" type="pres">
      <dgm:prSet presAssocID="{0AEA3546-D44E-47D0-969F-FD6659EE00F2}" presName="hierRoot2" presStyleCnt="0">
        <dgm:presLayoutVars>
          <dgm:hierBranch val="init"/>
        </dgm:presLayoutVars>
      </dgm:prSet>
      <dgm:spPr/>
    </dgm:pt>
    <dgm:pt modelId="{3388CD32-9924-42FE-953E-BC367C9330B0}" type="pres">
      <dgm:prSet presAssocID="{0AEA3546-D44E-47D0-969F-FD6659EE00F2}" presName="rootComposite" presStyleCnt="0"/>
      <dgm:spPr/>
    </dgm:pt>
    <dgm:pt modelId="{667ACFD7-5A38-4F04-8611-524B18212082}" type="pres">
      <dgm:prSet presAssocID="{0AEA3546-D44E-47D0-969F-FD6659EE00F2}" presName="rootText" presStyleLbl="node3" presStyleIdx="5" presStyleCnt="6">
        <dgm:presLayoutVars>
          <dgm:chPref val="3"/>
        </dgm:presLayoutVars>
      </dgm:prSet>
      <dgm:spPr/>
    </dgm:pt>
    <dgm:pt modelId="{41E12BA3-FCF8-4313-9294-95CE4F5F9268}" type="pres">
      <dgm:prSet presAssocID="{0AEA3546-D44E-47D0-969F-FD6659EE00F2}" presName="rootConnector" presStyleLbl="node3" presStyleIdx="5" presStyleCnt="6"/>
      <dgm:spPr/>
    </dgm:pt>
    <dgm:pt modelId="{EBBBE2BF-13CB-49B9-B45E-5413C6D6D819}" type="pres">
      <dgm:prSet presAssocID="{0AEA3546-D44E-47D0-969F-FD6659EE00F2}" presName="hierChild4" presStyleCnt="0"/>
      <dgm:spPr/>
    </dgm:pt>
    <dgm:pt modelId="{4CA9B163-4F7D-4C97-889E-DA8ED2B8FADC}" type="pres">
      <dgm:prSet presAssocID="{0AEA3546-D44E-47D0-969F-FD6659EE00F2}" presName="hierChild5" presStyleCnt="0"/>
      <dgm:spPr/>
    </dgm:pt>
    <dgm:pt modelId="{A85F9AB5-D54B-43D3-B074-A74E95E5E85E}" type="pres">
      <dgm:prSet presAssocID="{D90B3603-0847-427B-A065-E0796D9A53FB}" presName="hierChild5" presStyleCnt="0"/>
      <dgm:spPr/>
    </dgm:pt>
    <dgm:pt modelId="{2AF8A33C-7143-4AC1-B12A-DB865FD732BA}" type="pres">
      <dgm:prSet presAssocID="{A8899462-F897-4FC3-A880-EB6226EB1AFE}" presName="hierChild3" presStyleCnt="0"/>
      <dgm:spPr/>
    </dgm:pt>
  </dgm:ptLst>
  <dgm:cxnLst>
    <dgm:cxn modelId="{5F615A05-A683-462A-BEE4-12B1077BE75F}" type="presOf" srcId="{FD8A3C5F-C05F-47C7-A1B5-7901F9006480}" destId="{33A7043B-BDFA-4303-848C-F51791C42C88}" srcOrd="1" destOrd="0" presId="urn:microsoft.com/office/officeart/2009/3/layout/HorizontalOrganizationChart"/>
    <dgm:cxn modelId="{698B091C-B118-4A42-B823-C6E0580E3B85}" type="presOf" srcId="{817DF0AB-0056-4D51-AFA5-8617E0D3B850}" destId="{ACA28107-9E0A-4112-A666-DEB341FB4DB9}" srcOrd="0" destOrd="0" presId="urn:microsoft.com/office/officeart/2009/3/layout/HorizontalOrganizationChart"/>
    <dgm:cxn modelId="{9FB4C41F-5050-4624-8FB0-F75455CE2858}" type="presOf" srcId="{EB37A7FB-DE68-4D2C-8BC4-D19B8499C827}" destId="{FA05B316-3D9E-4290-B490-E52BA4555C16}" srcOrd="0" destOrd="0" presId="urn:microsoft.com/office/officeart/2009/3/layout/HorizontalOrganizationChart"/>
    <dgm:cxn modelId="{CF401F23-4AE1-4928-BD73-C7A6499A88A6}" type="presOf" srcId="{B24372E2-6E77-44EF-8EBA-B3D7A3EF18A8}" destId="{003BDB0C-2AC5-4C3A-94CC-957426DB5032}" srcOrd="0" destOrd="0" presId="urn:microsoft.com/office/officeart/2009/3/layout/HorizontalOrganizationChart"/>
    <dgm:cxn modelId="{2154C12D-C1F9-49F2-AAC6-FB42E5BEAB12}" type="presOf" srcId="{EB37A7FB-DE68-4D2C-8BC4-D19B8499C827}" destId="{5CED9418-0229-4C3C-A777-CCD3111A3E8C}" srcOrd="1" destOrd="0" presId="urn:microsoft.com/office/officeart/2009/3/layout/HorizontalOrganizationChart"/>
    <dgm:cxn modelId="{3EAF3930-5447-4288-A443-F965310212F6}" type="presOf" srcId="{2B3E932D-0F8B-4FEB-A95C-43D58AB83AF8}" destId="{4333B6E1-7125-449D-A63A-34F74D900CB8}" srcOrd="1" destOrd="0" presId="urn:microsoft.com/office/officeart/2009/3/layout/HorizontalOrganizationChart"/>
    <dgm:cxn modelId="{361F6D31-6A55-4C57-BEF4-BE2B87140681}" type="presOf" srcId="{45D459AA-4798-43F3-8B38-C32A951938CC}" destId="{C8A0B09F-C613-457B-B347-5699F623ABA0}" srcOrd="0" destOrd="0" presId="urn:microsoft.com/office/officeart/2009/3/layout/HorizontalOrganizationChart"/>
    <dgm:cxn modelId="{C5593833-C0FD-423E-86A0-93553BFB53CE}" srcId="{D90B3603-0847-427B-A065-E0796D9A53FB}" destId="{EB37A7FB-DE68-4D2C-8BC4-D19B8499C827}" srcOrd="1" destOrd="0" parTransId="{143F1B7C-4C2C-4595-873E-3B4D2D68B8BA}" sibTransId="{96A3B93D-9FD7-40E5-937D-0531E34B4864}"/>
    <dgm:cxn modelId="{B5D1883C-A27A-457D-A1E4-2BC439232E5D}" srcId="{2AF67FF0-26E5-4643-86CA-BAA532D4824C}" destId="{2B3E932D-0F8B-4FEB-A95C-43D58AB83AF8}" srcOrd="2" destOrd="0" parTransId="{B24372E2-6E77-44EF-8EBA-B3D7A3EF18A8}" sibTransId="{861A3232-2902-4EB8-8CF4-BE43F3D1DA64}"/>
    <dgm:cxn modelId="{3CB9663F-7283-44E2-892C-FE0FAA72A4D7}" type="presOf" srcId="{43F39942-3784-41C0-B3CE-E73673E248D9}" destId="{3E946624-52AE-457E-A0BD-B6E7E7AA70FE}" srcOrd="0" destOrd="0" presId="urn:microsoft.com/office/officeart/2009/3/layout/HorizontalOrganizationChart"/>
    <dgm:cxn modelId="{B5C8CB5D-8DA2-46DE-BAE9-15FE902D4B26}" type="presOf" srcId="{D90B3603-0847-427B-A065-E0796D9A53FB}" destId="{6A230F71-8CEE-4EF2-A0E7-726666B1461B}" srcOrd="1" destOrd="0" presId="urn:microsoft.com/office/officeart/2009/3/layout/HorizontalOrganizationChart"/>
    <dgm:cxn modelId="{55BF7467-FA80-4C5E-B641-EDEE01BED54F}" srcId="{817DF0AB-0056-4D51-AFA5-8617E0D3B850}" destId="{A8899462-F897-4FC3-A880-EB6226EB1AFE}" srcOrd="0" destOrd="0" parTransId="{49ECF685-9614-484F-A1CF-0E89F4027ED9}" sibTransId="{D93F1406-A637-4419-9BFA-7283099EB462}"/>
    <dgm:cxn modelId="{14819349-32D6-4E7A-A7E1-2FE1DD5F568B}" type="presOf" srcId="{A942AB53-0E6E-4CFE-80D2-2537A2690A10}" destId="{33073835-9A3D-4948-B826-65855FB80198}" srcOrd="0" destOrd="0" presId="urn:microsoft.com/office/officeart/2009/3/layout/HorizontalOrganizationChart"/>
    <dgm:cxn modelId="{4851196D-5C37-460F-9E1A-F05C0C019C9E}" type="presOf" srcId="{2B3E932D-0F8B-4FEB-A95C-43D58AB83AF8}" destId="{2D4BC117-2CF4-4924-8072-D0D8A0A53FC4}" srcOrd="0" destOrd="0" presId="urn:microsoft.com/office/officeart/2009/3/layout/HorizontalOrganizationChart"/>
    <dgm:cxn modelId="{3EEDEC4E-E98A-4184-A51C-0BD187E47337}" type="presOf" srcId="{2AF67FF0-26E5-4643-86CA-BAA532D4824C}" destId="{D63DEB5A-2599-4C8B-8FA5-F2E886E0EA2A}" srcOrd="0" destOrd="0" presId="urn:microsoft.com/office/officeart/2009/3/layout/HorizontalOrganizationChart"/>
    <dgm:cxn modelId="{E08F1B6F-58F6-422B-9D04-BD70CAA433C9}" type="presOf" srcId="{2E9CBEE3-FA1C-452D-B750-1092F70587F3}" destId="{62748BA9-3B44-4355-8403-88F094DD8AD9}" srcOrd="0" destOrd="0" presId="urn:microsoft.com/office/officeart/2009/3/layout/HorizontalOrganizationChart"/>
    <dgm:cxn modelId="{DC004571-E4A2-42F7-9CBB-C2AC0C45E040}" type="presOf" srcId="{A8899462-F897-4FC3-A880-EB6226EB1AFE}" destId="{330AB08F-D660-4AD5-9718-260849CE46CD}" srcOrd="0" destOrd="0" presId="urn:microsoft.com/office/officeart/2009/3/layout/HorizontalOrganizationChart"/>
    <dgm:cxn modelId="{A0849972-933D-4834-B5BE-5064F0BEEB77}" type="presOf" srcId="{D90B3603-0847-427B-A065-E0796D9A53FB}" destId="{29327266-7B9E-4957-9ED1-AA3FB14EC0DC}" srcOrd="0" destOrd="0" presId="urn:microsoft.com/office/officeart/2009/3/layout/HorizontalOrganizationChart"/>
    <dgm:cxn modelId="{FB4F3957-AE24-4CC9-B918-6E5EC33CC7C5}" type="presOf" srcId="{0AEA3546-D44E-47D0-969F-FD6659EE00F2}" destId="{667ACFD7-5A38-4F04-8611-524B18212082}" srcOrd="0" destOrd="0" presId="urn:microsoft.com/office/officeart/2009/3/layout/HorizontalOrganizationChart"/>
    <dgm:cxn modelId="{6EFA197B-3EDB-4364-B131-7EE80E7079D7}" type="presOf" srcId="{143F1B7C-4C2C-4595-873E-3B4D2D68B8BA}" destId="{5323285D-21C7-4E25-AD3A-F2562C836FB9}" srcOrd="0" destOrd="0" presId="urn:microsoft.com/office/officeart/2009/3/layout/HorizontalOrganizationChart"/>
    <dgm:cxn modelId="{1F2B5583-3E94-43E4-A8EF-C9EAC3C77C54}" srcId="{A8899462-F897-4FC3-A880-EB6226EB1AFE}" destId="{D90B3603-0847-427B-A065-E0796D9A53FB}" srcOrd="1" destOrd="0" parTransId="{45D459AA-4798-43F3-8B38-C32A951938CC}" sibTransId="{502F64EA-3E3E-4EA1-A7CE-0C664283164C}"/>
    <dgm:cxn modelId="{D90CCC86-E856-4235-B61B-D094488DD023}" type="presOf" srcId="{C8A5A3F4-AC44-4555-AAAB-9C3D491E2EA4}" destId="{7F834A51-76D0-43AD-9F82-97579B69C1A7}" srcOrd="1" destOrd="0" presId="urn:microsoft.com/office/officeart/2009/3/layout/HorizontalOrganizationChart"/>
    <dgm:cxn modelId="{4E09AE8E-4BA5-4941-8EA5-94E5FFCCD860}" srcId="{D90B3603-0847-427B-A065-E0796D9A53FB}" destId="{0AEA3546-D44E-47D0-969F-FD6659EE00F2}" srcOrd="2" destOrd="0" parTransId="{0905AA7D-83E5-4275-A9DA-83B8993C4D45}" sibTransId="{EF0F1769-829C-4DA6-9C22-6D1F10F98F66}"/>
    <dgm:cxn modelId="{08963D90-3506-47FA-8E26-70727A798CB9}" type="presOf" srcId="{4ACF26B0-49BE-461B-9CC5-440167D64B0C}" destId="{4780A75F-85DF-46EE-9FC7-3BA7E245523E}" srcOrd="0" destOrd="0" presId="urn:microsoft.com/office/officeart/2009/3/layout/HorizontalOrganizationChart"/>
    <dgm:cxn modelId="{AC7AB9A1-2273-43A6-B46D-F22E75C32A83}" srcId="{2AF67FF0-26E5-4643-86CA-BAA532D4824C}" destId="{FD8A3C5F-C05F-47C7-A1B5-7901F9006480}" srcOrd="0" destOrd="0" parTransId="{A942AB53-0E6E-4CFE-80D2-2537A2690A10}" sibTransId="{035C9C21-A0F2-4A83-B546-4B49BC86CE86}"/>
    <dgm:cxn modelId="{15311CBB-B01E-4197-BD0F-AE543C4103C8}" srcId="{2AF67FF0-26E5-4643-86CA-BAA532D4824C}" destId="{C8A5A3F4-AC44-4555-AAAB-9C3D491E2EA4}" srcOrd="1" destOrd="0" parTransId="{2E9CBEE3-FA1C-452D-B750-1092F70587F3}" sibTransId="{C158431C-54DF-45DD-B3DD-68FFF8EDF9A6}"/>
    <dgm:cxn modelId="{4CEB23BB-1CDE-4B61-8C3A-111231D00901}" type="presOf" srcId="{C8A5A3F4-AC44-4555-AAAB-9C3D491E2EA4}" destId="{CB07661B-0CF8-4C42-B3F6-68B36FAB80BE}" srcOrd="0" destOrd="0" presId="urn:microsoft.com/office/officeart/2009/3/layout/HorizontalOrganizationChart"/>
    <dgm:cxn modelId="{32D323C2-D09F-4D53-ACE4-42924818D05A}" type="presOf" srcId="{43F39942-3784-41C0-B3CE-E73673E248D9}" destId="{32B8D670-0F07-4752-A160-2ECDD59C3DE8}" srcOrd="1" destOrd="0" presId="urn:microsoft.com/office/officeart/2009/3/layout/HorizontalOrganizationChart"/>
    <dgm:cxn modelId="{F16B3DC8-8D13-45B2-86B8-6D196EF3D8BD}" type="presOf" srcId="{A8899462-F897-4FC3-A880-EB6226EB1AFE}" destId="{1C3AE418-47F1-470C-9065-AAE8A3CBDB9A}" srcOrd="1" destOrd="0" presId="urn:microsoft.com/office/officeart/2009/3/layout/HorizontalOrganizationChart"/>
    <dgm:cxn modelId="{F97FB0DB-661D-4501-8DD2-0B3135A4C4B3}" type="presOf" srcId="{2AF67FF0-26E5-4643-86CA-BAA532D4824C}" destId="{87B8CDA2-402C-4BA7-9D45-374A695C9921}" srcOrd="1" destOrd="0" presId="urn:microsoft.com/office/officeart/2009/3/layout/HorizontalOrganizationChart"/>
    <dgm:cxn modelId="{94950FE2-85A6-478A-B056-2657B07425E8}" type="presOf" srcId="{0905AA7D-83E5-4275-A9DA-83B8993C4D45}" destId="{D0E90F65-7F3A-454F-B1AB-F7297DAD7962}" srcOrd="0" destOrd="0" presId="urn:microsoft.com/office/officeart/2009/3/layout/HorizontalOrganizationChart"/>
    <dgm:cxn modelId="{87E49EE5-FEEC-44E0-A533-9F08D3ACA03C}" srcId="{D90B3603-0847-427B-A065-E0796D9A53FB}" destId="{43F39942-3784-41C0-B3CE-E73673E248D9}" srcOrd="0" destOrd="0" parTransId="{8628D00B-EC62-42FC-A4AA-3A548A831221}" sibTransId="{EFD81F27-ECE4-47A3-8634-78FC1C4570FE}"/>
    <dgm:cxn modelId="{EC35AEE5-916A-41DE-9651-94B474D2087D}" type="presOf" srcId="{0AEA3546-D44E-47D0-969F-FD6659EE00F2}" destId="{41E12BA3-FCF8-4313-9294-95CE4F5F9268}" srcOrd="1" destOrd="0" presId="urn:microsoft.com/office/officeart/2009/3/layout/HorizontalOrganizationChart"/>
    <dgm:cxn modelId="{F2EB10E6-5A94-451A-A371-0D3E0C08E5C8}" type="presOf" srcId="{8628D00B-EC62-42FC-A4AA-3A548A831221}" destId="{08D894FA-C183-49FB-869C-20128E71AC47}" srcOrd="0" destOrd="0" presId="urn:microsoft.com/office/officeart/2009/3/layout/HorizontalOrganizationChart"/>
    <dgm:cxn modelId="{3F1864F0-9DEC-407A-91BF-D233F36AE672}" srcId="{A8899462-F897-4FC3-A880-EB6226EB1AFE}" destId="{2AF67FF0-26E5-4643-86CA-BAA532D4824C}" srcOrd="0" destOrd="0" parTransId="{4ACF26B0-49BE-461B-9CC5-440167D64B0C}" sibTransId="{6732D5A5-B0E1-4DBC-8BCF-5E2D77BDE7A1}"/>
    <dgm:cxn modelId="{0724B3FD-5695-4661-900A-BF8D2ED2D16E}" type="presOf" srcId="{FD8A3C5F-C05F-47C7-A1B5-7901F9006480}" destId="{7698E5FA-181F-463B-8F7D-B7040F1BABC3}" srcOrd="0" destOrd="0" presId="urn:microsoft.com/office/officeart/2009/3/layout/HorizontalOrganizationChart"/>
    <dgm:cxn modelId="{1131719E-A592-4375-BFE2-5FE5DA6927B3}" type="presParOf" srcId="{ACA28107-9E0A-4112-A666-DEB341FB4DB9}" destId="{64363557-19C8-4B30-9C1E-DC49CEB06CA3}" srcOrd="0" destOrd="0" presId="urn:microsoft.com/office/officeart/2009/3/layout/HorizontalOrganizationChart"/>
    <dgm:cxn modelId="{4B7E9C07-180B-4F30-8DF0-DFC2FEB04C53}" type="presParOf" srcId="{64363557-19C8-4B30-9C1E-DC49CEB06CA3}" destId="{B885F1C6-02DD-42A6-8ECB-01C1EFD4C875}" srcOrd="0" destOrd="0" presId="urn:microsoft.com/office/officeart/2009/3/layout/HorizontalOrganizationChart"/>
    <dgm:cxn modelId="{D4C4D5CE-BAB5-4FA5-B2D4-9BBB2DFD0F65}" type="presParOf" srcId="{B885F1C6-02DD-42A6-8ECB-01C1EFD4C875}" destId="{330AB08F-D660-4AD5-9718-260849CE46CD}" srcOrd="0" destOrd="0" presId="urn:microsoft.com/office/officeart/2009/3/layout/HorizontalOrganizationChart"/>
    <dgm:cxn modelId="{2700A1A2-722D-4C97-B6C2-B921F2E88C1D}" type="presParOf" srcId="{B885F1C6-02DD-42A6-8ECB-01C1EFD4C875}" destId="{1C3AE418-47F1-470C-9065-AAE8A3CBDB9A}" srcOrd="1" destOrd="0" presId="urn:microsoft.com/office/officeart/2009/3/layout/HorizontalOrganizationChart"/>
    <dgm:cxn modelId="{F709328F-105E-48BE-8766-BD77013CA32E}" type="presParOf" srcId="{64363557-19C8-4B30-9C1E-DC49CEB06CA3}" destId="{9B385A3E-E832-468D-8DFE-0BC11C2383FE}" srcOrd="1" destOrd="0" presId="urn:microsoft.com/office/officeart/2009/3/layout/HorizontalOrganizationChart"/>
    <dgm:cxn modelId="{95D54EA5-3A1A-48F6-A409-E0A06C8CA66F}" type="presParOf" srcId="{9B385A3E-E832-468D-8DFE-0BC11C2383FE}" destId="{4780A75F-85DF-46EE-9FC7-3BA7E245523E}" srcOrd="0" destOrd="0" presId="urn:microsoft.com/office/officeart/2009/3/layout/HorizontalOrganizationChart"/>
    <dgm:cxn modelId="{2D89F07B-F888-4934-AAB0-C522022602DD}" type="presParOf" srcId="{9B385A3E-E832-468D-8DFE-0BC11C2383FE}" destId="{4FD7C9C2-C8A5-4A95-8438-B83F2920A8DF}" srcOrd="1" destOrd="0" presId="urn:microsoft.com/office/officeart/2009/3/layout/HorizontalOrganizationChart"/>
    <dgm:cxn modelId="{200771E1-D86D-4D62-BEC6-761F7D8BC3AA}" type="presParOf" srcId="{4FD7C9C2-C8A5-4A95-8438-B83F2920A8DF}" destId="{34B91AB7-FD17-4ED9-B6F1-3D70A0374F06}" srcOrd="0" destOrd="0" presId="urn:microsoft.com/office/officeart/2009/3/layout/HorizontalOrganizationChart"/>
    <dgm:cxn modelId="{17582087-F3C9-433D-BC53-61335C8C043F}" type="presParOf" srcId="{34B91AB7-FD17-4ED9-B6F1-3D70A0374F06}" destId="{D63DEB5A-2599-4C8B-8FA5-F2E886E0EA2A}" srcOrd="0" destOrd="0" presId="urn:microsoft.com/office/officeart/2009/3/layout/HorizontalOrganizationChart"/>
    <dgm:cxn modelId="{C097D0E4-565D-4D7B-9D1A-CF6761849945}" type="presParOf" srcId="{34B91AB7-FD17-4ED9-B6F1-3D70A0374F06}" destId="{87B8CDA2-402C-4BA7-9D45-374A695C9921}" srcOrd="1" destOrd="0" presId="urn:microsoft.com/office/officeart/2009/3/layout/HorizontalOrganizationChart"/>
    <dgm:cxn modelId="{C3C71A71-50F0-4458-91B1-5BDA03FC515A}" type="presParOf" srcId="{4FD7C9C2-C8A5-4A95-8438-B83F2920A8DF}" destId="{D9FFBBCC-2070-4361-9573-C13EB5141195}" srcOrd="1" destOrd="0" presId="urn:microsoft.com/office/officeart/2009/3/layout/HorizontalOrganizationChart"/>
    <dgm:cxn modelId="{C21659D3-2B20-41A9-8292-F4FD1A24F33E}" type="presParOf" srcId="{D9FFBBCC-2070-4361-9573-C13EB5141195}" destId="{33073835-9A3D-4948-B826-65855FB80198}" srcOrd="0" destOrd="0" presId="urn:microsoft.com/office/officeart/2009/3/layout/HorizontalOrganizationChart"/>
    <dgm:cxn modelId="{548AEC5D-593B-43F5-A015-6066383191A8}" type="presParOf" srcId="{D9FFBBCC-2070-4361-9573-C13EB5141195}" destId="{539F5D23-ECBC-4E87-AE11-C2715E46B61E}" srcOrd="1" destOrd="0" presId="urn:microsoft.com/office/officeart/2009/3/layout/HorizontalOrganizationChart"/>
    <dgm:cxn modelId="{F99E41D8-2A09-4A8A-8E91-4230AF7124F9}" type="presParOf" srcId="{539F5D23-ECBC-4E87-AE11-C2715E46B61E}" destId="{4B26BD5A-0EBE-4C4C-AAC7-57A932987478}" srcOrd="0" destOrd="0" presId="urn:microsoft.com/office/officeart/2009/3/layout/HorizontalOrganizationChart"/>
    <dgm:cxn modelId="{8854D805-6C5A-41B0-AF20-6D918C3E5900}" type="presParOf" srcId="{4B26BD5A-0EBE-4C4C-AAC7-57A932987478}" destId="{7698E5FA-181F-463B-8F7D-B7040F1BABC3}" srcOrd="0" destOrd="0" presId="urn:microsoft.com/office/officeart/2009/3/layout/HorizontalOrganizationChart"/>
    <dgm:cxn modelId="{695E65D2-C4E1-43C4-A94E-706E28F3F045}" type="presParOf" srcId="{4B26BD5A-0EBE-4C4C-AAC7-57A932987478}" destId="{33A7043B-BDFA-4303-848C-F51791C42C88}" srcOrd="1" destOrd="0" presId="urn:microsoft.com/office/officeart/2009/3/layout/HorizontalOrganizationChart"/>
    <dgm:cxn modelId="{0D9CBD34-CCD6-46D2-9E10-D9191FC3A02C}" type="presParOf" srcId="{539F5D23-ECBC-4E87-AE11-C2715E46B61E}" destId="{4E21EC6C-D223-4C60-BE3B-1AAB7A78534E}" srcOrd="1" destOrd="0" presId="urn:microsoft.com/office/officeart/2009/3/layout/HorizontalOrganizationChart"/>
    <dgm:cxn modelId="{99E458B4-B423-479E-A0C6-E118D350C28A}" type="presParOf" srcId="{539F5D23-ECBC-4E87-AE11-C2715E46B61E}" destId="{A8FC3C96-F992-4492-89E8-673043F14B84}" srcOrd="2" destOrd="0" presId="urn:microsoft.com/office/officeart/2009/3/layout/HorizontalOrganizationChart"/>
    <dgm:cxn modelId="{089BEC5F-ADDB-4F21-A00C-3BDE2C933B70}" type="presParOf" srcId="{D9FFBBCC-2070-4361-9573-C13EB5141195}" destId="{62748BA9-3B44-4355-8403-88F094DD8AD9}" srcOrd="2" destOrd="0" presId="urn:microsoft.com/office/officeart/2009/3/layout/HorizontalOrganizationChart"/>
    <dgm:cxn modelId="{4B9AE4F8-DD3C-4CAB-AF84-0FD79C76E4AB}" type="presParOf" srcId="{D9FFBBCC-2070-4361-9573-C13EB5141195}" destId="{B81AB5AD-7360-463D-92C0-917523323407}" srcOrd="3" destOrd="0" presId="urn:microsoft.com/office/officeart/2009/3/layout/HorizontalOrganizationChart"/>
    <dgm:cxn modelId="{0557597B-7739-4DF3-A6A7-F72C77D1A486}" type="presParOf" srcId="{B81AB5AD-7360-463D-92C0-917523323407}" destId="{1EC96836-8E53-46CA-967D-F0755D70F10E}" srcOrd="0" destOrd="0" presId="urn:microsoft.com/office/officeart/2009/3/layout/HorizontalOrganizationChart"/>
    <dgm:cxn modelId="{42F84A80-3C85-4ECD-8A45-5ABE80BFB61A}" type="presParOf" srcId="{1EC96836-8E53-46CA-967D-F0755D70F10E}" destId="{CB07661B-0CF8-4C42-B3F6-68B36FAB80BE}" srcOrd="0" destOrd="0" presId="urn:microsoft.com/office/officeart/2009/3/layout/HorizontalOrganizationChart"/>
    <dgm:cxn modelId="{4AF19CAC-B4EF-4376-9B1C-804B75B48A95}" type="presParOf" srcId="{1EC96836-8E53-46CA-967D-F0755D70F10E}" destId="{7F834A51-76D0-43AD-9F82-97579B69C1A7}" srcOrd="1" destOrd="0" presId="urn:microsoft.com/office/officeart/2009/3/layout/HorizontalOrganizationChart"/>
    <dgm:cxn modelId="{856B31E1-8C9D-4149-824C-AF0575ED7679}" type="presParOf" srcId="{B81AB5AD-7360-463D-92C0-917523323407}" destId="{C497737D-9409-495A-9AB9-7F040778BB4B}" srcOrd="1" destOrd="0" presId="urn:microsoft.com/office/officeart/2009/3/layout/HorizontalOrganizationChart"/>
    <dgm:cxn modelId="{C6394490-2AEA-485C-8CEC-F63B5B9DA7D8}" type="presParOf" srcId="{B81AB5AD-7360-463D-92C0-917523323407}" destId="{E57E6311-AABA-4CA6-A392-00EFC2DFEA75}" srcOrd="2" destOrd="0" presId="urn:microsoft.com/office/officeart/2009/3/layout/HorizontalOrganizationChart"/>
    <dgm:cxn modelId="{5B6A693A-557E-4D54-8D7C-FF5B499B7CDE}" type="presParOf" srcId="{D9FFBBCC-2070-4361-9573-C13EB5141195}" destId="{003BDB0C-2AC5-4C3A-94CC-957426DB5032}" srcOrd="4" destOrd="0" presId="urn:microsoft.com/office/officeart/2009/3/layout/HorizontalOrganizationChart"/>
    <dgm:cxn modelId="{B898C703-6D2F-46B5-8D15-7F49D77866FD}" type="presParOf" srcId="{D9FFBBCC-2070-4361-9573-C13EB5141195}" destId="{552883C1-D5BE-47DF-B6D7-4461F07DD96D}" srcOrd="5" destOrd="0" presId="urn:microsoft.com/office/officeart/2009/3/layout/HorizontalOrganizationChart"/>
    <dgm:cxn modelId="{C6120AD6-17E8-4454-9D12-D7B7B227323D}" type="presParOf" srcId="{552883C1-D5BE-47DF-B6D7-4461F07DD96D}" destId="{70ACD4E2-079C-47A9-8564-B35EC192C625}" srcOrd="0" destOrd="0" presId="urn:microsoft.com/office/officeart/2009/3/layout/HorizontalOrganizationChart"/>
    <dgm:cxn modelId="{F35FF63B-CB4A-40B1-BEF0-88159905F196}" type="presParOf" srcId="{70ACD4E2-079C-47A9-8564-B35EC192C625}" destId="{2D4BC117-2CF4-4924-8072-D0D8A0A53FC4}" srcOrd="0" destOrd="0" presId="urn:microsoft.com/office/officeart/2009/3/layout/HorizontalOrganizationChart"/>
    <dgm:cxn modelId="{14C7F269-479E-4069-B22D-6760B4B20830}" type="presParOf" srcId="{70ACD4E2-079C-47A9-8564-B35EC192C625}" destId="{4333B6E1-7125-449D-A63A-34F74D900CB8}" srcOrd="1" destOrd="0" presId="urn:microsoft.com/office/officeart/2009/3/layout/HorizontalOrganizationChart"/>
    <dgm:cxn modelId="{D5C26C60-9D26-4865-B1E8-3FE8DA4C9D34}" type="presParOf" srcId="{552883C1-D5BE-47DF-B6D7-4461F07DD96D}" destId="{3F72CE25-31BC-4F01-910B-A6C14F84F2C2}" srcOrd="1" destOrd="0" presId="urn:microsoft.com/office/officeart/2009/3/layout/HorizontalOrganizationChart"/>
    <dgm:cxn modelId="{14F2E423-696F-4FC8-883E-BDBCC19044E6}" type="presParOf" srcId="{552883C1-D5BE-47DF-B6D7-4461F07DD96D}" destId="{56FD0AD6-7677-4C32-910F-7899731F6C51}" srcOrd="2" destOrd="0" presId="urn:microsoft.com/office/officeart/2009/3/layout/HorizontalOrganizationChart"/>
    <dgm:cxn modelId="{E50C9A98-6BE7-4F11-B1E9-EBC0443EA5F6}" type="presParOf" srcId="{4FD7C9C2-C8A5-4A95-8438-B83F2920A8DF}" destId="{AE11E258-E5BC-49E7-9740-8556189C571A}" srcOrd="2" destOrd="0" presId="urn:microsoft.com/office/officeart/2009/3/layout/HorizontalOrganizationChart"/>
    <dgm:cxn modelId="{D22E02E7-BF72-45D2-B9FB-2CFE8DF20097}" type="presParOf" srcId="{9B385A3E-E832-468D-8DFE-0BC11C2383FE}" destId="{C8A0B09F-C613-457B-B347-5699F623ABA0}" srcOrd="2" destOrd="0" presId="urn:microsoft.com/office/officeart/2009/3/layout/HorizontalOrganizationChart"/>
    <dgm:cxn modelId="{511F832E-B73F-4935-B7E7-6FB2CD115F9D}" type="presParOf" srcId="{9B385A3E-E832-468D-8DFE-0BC11C2383FE}" destId="{6F544B42-5F56-472D-87EF-D33DF4838B09}" srcOrd="3" destOrd="0" presId="urn:microsoft.com/office/officeart/2009/3/layout/HorizontalOrganizationChart"/>
    <dgm:cxn modelId="{58FE8982-C9F6-48DC-A3FF-FD66C23D7044}" type="presParOf" srcId="{6F544B42-5F56-472D-87EF-D33DF4838B09}" destId="{15D44928-12C3-4240-B788-7C59B4876325}" srcOrd="0" destOrd="0" presId="urn:microsoft.com/office/officeart/2009/3/layout/HorizontalOrganizationChart"/>
    <dgm:cxn modelId="{4C2C1859-C17A-43E0-BB47-192592FE1E72}" type="presParOf" srcId="{15D44928-12C3-4240-B788-7C59B4876325}" destId="{29327266-7B9E-4957-9ED1-AA3FB14EC0DC}" srcOrd="0" destOrd="0" presId="urn:microsoft.com/office/officeart/2009/3/layout/HorizontalOrganizationChart"/>
    <dgm:cxn modelId="{676EBF15-1054-42DC-BA89-DF9131D2FFAD}" type="presParOf" srcId="{15D44928-12C3-4240-B788-7C59B4876325}" destId="{6A230F71-8CEE-4EF2-A0E7-726666B1461B}" srcOrd="1" destOrd="0" presId="urn:microsoft.com/office/officeart/2009/3/layout/HorizontalOrganizationChart"/>
    <dgm:cxn modelId="{BA0498F2-6921-4A70-BA04-E81986ADB18B}" type="presParOf" srcId="{6F544B42-5F56-472D-87EF-D33DF4838B09}" destId="{64A292B9-A7D5-420D-943C-36335395F07D}" srcOrd="1" destOrd="0" presId="urn:microsoft.com/office/officeart/2009/3/layout/HorizontalOrganizationChart"/>
    <dgm:cxn modelId="{FAB62A68-035A-4C17-A7F1-A9D9A3628AA0}" type="presParOf" srcId="{64A292B9-A7D5-420D-943C-36335395F07D}" destId="{08D894FA-C183-49FB-869C-20128E71AC47}" srcOrd="0" destOrd="0" presId="urn:microsoft.com/office/officeart/2009/3/layout/HorizontalOrganizationChart"/>
    <dgm:cxn modelId="{391462FD-A770-4DF2-99F6-661DEF56795C}" type="presParOf" srcId="{64A292B9-A7D5-420D-943C-36335395F07D}" destId="{78C436C8-8E4F-460B-9554-0CB4F9BDB303}" srcOrd="1" destOrd="0" presId="urn:microsoft.com/office/officeart/2009/3/layout/HorizontalOrganizationChart"/>
    <dgm:cxn modelId="{44F45078-E33B-4D1B-954A-FB245D1D09E0}" type="presParOf" srcId="{78C436C8-8E4F-460B-9554-0CB4F9BDB303}" destId="{427782D8-D2AA-4586-954B-6AF2EEF1153B}" srcOrd="0" destOrd="0" presId="urn:microsoft.com/office/officeart/2009/3/layout/HorizontalOrganizationChart"/>
    <dgm:cxn modelId="{3802606B-F92D-4BBC-B561-8613177E7060}" type="presParOf" srcId="{427782D8-D2AA-4586-954B-6AF2EEF1153B}" destId="{3E946624-52AE-457E-A0BD-B6E7E7AA70FE}" srcOrd="0" destOrd="0" presId="urn:microsoft.com/office/officeart/2009/3/layout/HorizontalOrganizationChart"/>
    <dgm:cxn modelId="{3EE1075B-D01D-4793-87A4-F9B66EFC55AA}" type="presParOf" srcId="{427782D8-D2AA-4586-954B-6AF2EEF1153B}" destId="{32B8D670-0F07-4752-A160-2ECDD59C3DE8}" srcOrd="1" destOrd="0" presId="urn:microsoft.com/office/officeart/2009/3/layout/HorizontalOrganizationChart"/>
    <dgm:cxn modelId="{2F0BDE1D-565E-4E1E-9CBF-7DDF086F182B}" type="presParOf" srcId="{78C436C8-8E4F-460B-9554-0CB4F9BDB303}" destId="{6014F55B-4D95-4B43-ADF4-656E625792C5}" srcOrd="1" destOrd="0" presId="urn:microsoft.com/office/officeart/2009/3/layout/HorizontalOrganizationChart"/>
    <dgm:cxn modelId="{2C6CA18A-B257-4364-A526-10FB3B768B11}" type="presParOf" srcId="{78C436C8-8E4F-460B-9554-0CB4F9BDB303}" destId="{0018A9C3-BEDB-4D93-A661-C4B4B659CCA4}" srcOrd="2" destOrd="0" presId="urn:microsoft.com/office/officeart/2009/3/layout/HorizontalOrganizationChart"/>
    <dgm:cxn modelId="{F967FB89-5008-4C20-92EC-B9B41C73B0F3}" type="presParOf" srcId="{64A292B9-A7D5-420D-943C-36335395F07D}" destId="{5323285D-21C7-4E25-AD3A-F2562C836FB9}" srcOrd="2" destOrd="0" presId="urn:microsoft.com/office/officeart/2009/3/layout/HorizontalOrganizationChart"/>
    <dgm:cxn modelId="{00104AC4-72BD-41B5-98D5-9E022BD8184A}" type="presParOf" srcId="{64A292B9-A7D5-420D-943C-36335395F07D}" destId="{8F826A6C-696C-4FCD-BB18-ED8833095929}" srcOrd="3" destOrd="0" presId="urn:microsoft.com/office/officeart/2009/3/layout/HorizontalOrganizationChart"/>
    <dgm:cxn modelId="{5FCEE693-DB5C-46A0-88C5-1DD5FA5DA511}" type="presParOf" srcId="{8F826A6C-696C-4FCD-BB18-ED8833095929}" destId="{71CFC909-CA18-4F6C-B0D9-3B22B06FFB92}" srcOrd="0" destOrd="0" presId="urn:microsoft.com/office/officeart/2009/3/layout/HorizontalOrganizationChart"/>
    <dgm:cxn modelId="{64C2BD1B-3937-472A-AC02-1DEABA1F3937}" type="presParOf" srcId="{71CFC909-CA18-4F6C-B0D9-3B22B06FFB92}" destId="{FA05B316-3D9E-4290-B490-E52BA4555C16}" srcOrd="0" destOrd="0" presId="urn:microsoft.com/office/officeart/2009/3/layout/HorizontalOrganizationChart"/>
    <dgm:cxn modelId="{4EB4C79E-F88B-4514-A97E-15568A068DE7}" type="presParOf" srcId="{71CFC909-CA18-4F6C-B0D9-3B22B06FFB92}" destId="{5CED9418-0229-4C3C-A777-CCD3111A3E8C}" srcOrd="1" destOrd="0" presId="urn:microsoft.com/office/officeart/2009/3/layout/HorizontalOrganizationChart"/>
    <dgm:cxn modelId="{7A579A60-650C-41FB-B6A8-A0673E6C7634}" type="presParOf" srcId="{8F826A6C-696C-4FCD-BB18-ED8833095929}" destId="{A0B2F678-7EAB-45F2-8527-E897A21449B3}" srcOrd="1" destOrd="0" presId="urn:microsoft.com/office/officeart/2009/3/layout/HorizontalOrganizationChart"/>
    <dgm:cxn modelId="{574DE2FB-2342-4BAA-97CE-1B9D800F822C}" type="presParOf" srcId="{8F826A6C-696C-4FCD-BB18-ED8833095929}" destId="{20B3ACE0-027C-4492-AA05-53635AE7DC58}" srcOrd="2" destOrd="0" presId="urn:microsoft.com/office/officeart/2009/3/layout/HorizontalOrganizationChart"/>
    <dgm:cxn modelId="{2FDF8D99-8D38-4B47-A77C-B424A14F91AB}" type="presParOf" srcId="{64A292B9-A7D5-420D-943C-36335395F07D}" destId="{D0E90F65-7F3A-454F-B1AB-F7297DAD7962}" srcOrd="4" destOrd="0" presId="urn:microsoft.com/office/officeart/2009/3/layout/HorizontalOrganizationChart"/>
    <dgm:cxn modelId="{2E5B8E83-2142-46BB-A53B-6BB654B56241}" type="presParOf" srcId="{64A292B9-A7D5-420D-943C-36335395F07D}" destId="{D438C563-0C77-4309-97C1-03609DB37E2E}" srcOrd="5" destOrd="0" presId="urn:microsoft.com/office/officeart/2009/3/layout/HorizontalOrganizationChart"/>
    <dgm:cxn modelId="{572D9A97-16C0-405D-BCBB-C1BD7A54186E}" type="presParOf" srcId="{D438C563-0C77-4309-97C1-03609DB37E2E}" destId="{3388CD32-9924-42FE-953E-BC367C9330B0}" srcOrd="0" destOrd="0" presId="urn:microsoft.com/office/officeart/2009/3/layout/HorizontalOrganizationChart"/>
    <dgm:cxn modelId="{38110042-4B29-4D1A-B0C5-60B51D0493FC}" type="presParOf" srcId="{3388CD32-9924-42FE-953E-BC367C9330B0}" destId="{667ACFD7-5A38-4F04-8611-524B18212082}" srcOrd="0" destOrd="0" presId="urn:microsoft.com/office/officeart/2009/3/layout/HorizontalOrganizationChart"/>
    <dgm:cxn modelId="{74F0E7F2-617E-4171-AC32-D736C55A29DC}" type="presParOf" srcId="{3388CD32-9924-42FE-953E-BC367C9330B0}" destId="{41E12BA3-FCF8-4313-9294-95CE4F5F9268}" srcOrd="1" destOrd="0" presId="urn:microsoft.com/office/officeart/2009/3/layout/HorizontalOrganizationChart"/>
    <dgm:cxn modelId="{7703A7CC-03AF-4E56-9926-F7BC4E4863A1}" type="presParOf" srcId="{D438C563-0C77-4309-97C1-03609DB37E2E}" destId="{EBBBE2BF-13CB-49B9-B45E-5413C6D6D819}" srcOrd="1" destOrd="0" presId="urn:microsoft.com/office/officeart/2009/3/layout/HorizontalOrganizationChart"/>
    <dgm:cxn modelId="{3982B70D-4357-4879-956A-897D651F20DA}" type="presParOf" srcId="{D438C563-0C77-4309-97C1-03609DB37E2E}" destId="{4CA9B163-4F7D-4C97-889E-DA8ED2B8FADC}" srcOrd="2" destOrd="0" presId="urn:microsoft.com/office/officeart/2009/3/layout/HorizontalOrganizationChart"/>
    <dgm:cxn modelId="{DD1F51A4-E03F-415E-B80F-255FA73D21BF}" type="presParOf" srcId="{6F544B42-5F56-472D-87EF-D33DF4838B09}" destId="{A85F9AB5-D54B-43D3-B074-A74E95E5E85E}" srcOrd="2" destOrd="0" presId="urn:microsoft.com/office/officeart/2009/3/layout/HorizontalOrganizationChart"/>
    <dgm:cxn modelId="{765D4260-532B-46B0-8B47-65C16F768E6F}" type="presParOf" srcId="{64363557-19C8-4B30-9C1E-DC49CEB06CA3}" destId="{2AF8A33C-7143-4AC1-B12A-DB865FD732B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E90F65-7F3A-454F-B1AB-F7297DAD7962}">
      <dsp:nvSpPr>
        <dsp:cNvPr id="0" name=""/>
        <dsp:cNvSpPr/>
      </dsp:nvSpPr>
      <dsp:spPr>
        <a:xfrm>
          <a:off x="5635948" y="3590183"/>
          <a:ext cx="383172" cy="8238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1586" y="0"/>
              </a:lnTo>
              <a:lnTo>
                <a:pt x="191586" y="823821"/>
              </a:lnTo>
              <a:lnTo>
                <a:pt x="383172" y="823821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23285D-21C7-4E25-AD3A-F2562C836FB9}">
      <dsp:nvSpPr>
        <dsp:cNvPr id="0" name=""/>
        <dsp:cNvSpPr/>
      </dsp:nvSpPr>
      <dsp:spPr>
        <a:xfrm>
          <a:off x="5635948" y="3544463"/>
          <a:ext cx="3831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172" y="45720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D894FA-C183-49FB-869C-20128E71AC47}">
      <dsp:nvSpPr>
        <dsp:cNvPr id="0" name=""/>
        <dsp:cNvSpPr/>
      </dsp:nvSpPr>
      <dsp:spPr>
        <a:xfrm>
          <a:off x="5635948" y="2766362"/>
          <a:ext cx="383172" cy="823821"/>
        </a:xfrm>
        <a:custGeom>
          <a:avLst/>
          <a:gdLst/>
          <a:ahLst/>
          <a:cxnLst/>
          <a:rect l="0" t="0" r="0" b="0"/>
          <a:pathLst>
            <a:path>
              <a:moveTo>
                <a:pt x="0" y="823821"/>
              </a:moveTo>
              <a:lnTo>
                <a:pt x="191586" y="823821"/>
              </a:lnTo>
              <a:lnTo>
                <a:pt x="191586" y="0"/>
              </a:lnTo>
              <a:lnTo>
                <a:pt x="383172" y="0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A0B09F-C613-457B-B347-5699F623ABA0}">
      <dsp:nvSpPr>
        <dsp:cNvPr id="0" name=""/>
        <dsp:cNvSpPr/>
      </dsp:nvSpPr>
      <dsp:spPr>
        <a:xfrm>
          <a:off x="3336913" y="2347242"/>
          <a:ext cx="383172" cy="1242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1586" y="0"/>
              </a:lnTo>
              <a:lnTo>
                <a:pt x="191586" y="1242940"/>
              </a:lnTo>
              <a:lnTo>
                <a:pt x="383172" y="1242940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3BDB0C-2AC5-4C3A-94CC-957426DB5032}">
      <dsp:nvSpPr>
        <dsp:cNvPr id="0" name=""/>
        <dsp:cNvSpPr/>
      </dsp:nvSpPr>
      <dsp:spPr>
        <a:xfrm>
          <a:off x="5635948" y="1118719"/>
          <a:ext cx="383172" cy="8238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1586" y="0"/>
              </a:lnTo>
              <a:lnTo>
                <a:pt x="191586" y="823821"/>
              </a:lnTo>
              <a:lnTo>
                <a:pt x="383172" y="823821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748BA9-3B44-4355-8403-88F094DD8AD9}">
      <dsp:nvSpPr>
        <dsp:cNvPr id="0" name=""/>
        <dsp:cNvSpPr/>
      </dsp:nvSpPr>
      <dsp:spPr>
        <a:xfrm>
          <a:off x="5635948" y="1072999"/>
          <a:ext cx="3831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172" y="45720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73835-9A3D-4948-B826-65855FB80198}">
      <dsp:nvSpPr>
        <dsp:cNvPr id="0" name=""/>
        <dsp:cNvSpPr/>
      </dsp:nvSpPr>
      <dsp:spPr>
        <a:xfrm>
          <a:off x="5635948" y="294898"/>
          <a:ext cx="383172" cy="823821"/>
        </a:xfrm>
        <a:custGeom>
          <a:avLst/>
          <a:gdLst/>
          <a:ahLst/>
          <a:cxnLst/>
          <a:rect l="0" t="0" r="0" b="0"/>
          <a:pathLst>
            <a:path>
              <a:moveTo>
                <a:pt x="0" y="823821"/>
              </a:moveTo>
              <a:lnTo>
                <a:pt x="191586" y="823821"/>
              </a:lnTo>
              <a:lnTo>
                <a:pt x="191586" y="0"/>
              </a:lnTo>
              <a:lnTo>
                <a:pt x="383172" y="0"/>
              </a:lnTo>
            </a:path>
          </a:pathLst>
        </a:custGeom>
        <a:noFill/>
        <a:ln w="2222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0A75F-85DF-46EE-9FC7-3BA7E245523E}">
      <dsp:nvSpPr>
        <dsp:cNvPr id="0" name=""/>
        <dsp:cNvSpPr/>
      </dsp:nvSpPr>
      <dsp:spPr>
        <a:xfrm>
          <a:off x="3336913" y="1118719"/>
          <a:ext cx="383172" cy="1228522"/>
        </a:xfrm>
        <a:custGeom>
          <a:avLst/>
          <a:gdLst/>
          <a:ahLst/>
          <a:cxnLst/>
          <a:rect l="0" t="0" r="0" b="0"/>
          <a:pathLst>
            <a:path>
              <a:moveTo>
                <a:pt x="0" y="1228522"/>
              </a:moveTo>
              <a:lnTo>
                <a:pt x="191586" y="1228522"/>
              </a:lnTo>
              <a:lnTo>
                <a:pt x="191586" y="0"/>
              </a:lnTo>
              <a:lnTo>
                <a:pt x="383172" y="0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AB08F-D660-4AD5-9718-260849CE46CD}">
      <dsp:nvSpPr>
        <dsp:cNvPr id="0" name=""/>
        <dsp:cNvSpPr/>
      </dsp:nvSpPr>
      <dsp:spPr>
        <a:xfrm>
          <a:off x="1421050" y="2055073"/>
          <a:ext cx="1915862" cy="584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Supervisor/Project Manager</a:t>
          </a:r>
        </a:p>
      </dsp:txBody>
      <dsp:txXfrm>
        <a:off x="1421050" y="2055073"/>
        <a:ext cx="1915862" cy="584338"/>
      </dsp:txXfrm>
    </dsp:sp>
    <dsp:sp modelId="{D63DEB5A-2599-4C8B-8FA5-F2E886E0EA2A}">
      <dsp:nvSpPr>
        <dsp:cNvPr id="0" name=""/>
        <dsp:cNvSpPr/>
      </dsp:nvSpPr>
      <dsp:spPr>
        <a:xfrm>
          <a:off x="3720086" y="648765"/>
          <a:ext cx="1915862" cy="9399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Team 01</a:t>
          </a:r>
        </a:p>
      </dsp:txBody>
      <dsp:txXfrm>
        <a:off x="3720086" y="648765"/>
        <a:ext cx="1915862" cy="939907"/>
      </dsp:txXfrm>
    </dsp:sp>
    <dsp:sp modelId="{7698E5FA-181F-463B-8F7D-B7040F1BABC3}">
      <dsp:nvSpPr>
        <dsp:cNvPr id="0" name=""/>
        <dsp:cNvSpPr/>
      </dsp:nvSpPr>
      <dsp:spPr>
        <a:xfrm>
          <a:off x="6019121" y="2729"/>
          <a:ext cx="1915862" cy="584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Operator 1</a:t>
          </a:r>
        </a:p>
      </dsp:txBody>
      <dsp:txXfrm>
        <a:off x="6019121" y="2729"/>
        <a:ext cx="1915862" cy="584338"/>
      </dsp:txXfrm>
    </dsp:sp>
    <dsp:sp modelId="{CB07661B-0CF8-4C42-B3F6-68B36FAB80BE}">
      <dsp:nvSpPr>
        <dsp:cNvPr id="0" name=""/>
        <dsp:cNvSpPr/>
      </dsp:nvSpPr>
      <dsp:spPr>
        <a:xfrm>
          <a:off x="6019121" y="826550"/>
          <a:ext cx="1915862" cy="584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Operator 2</a:t>
          </a:r>
        </a:p>
      </dsp:txBody>
      <dsp:txXfrm>
        <a:off x="6019121" y="826550"/>
        <a:ext cx="1915862" cy="584338"/>
      </dsp:txXfrm>
    </dsp:sp>
    <dsp:sp modelId="{2D4BC117-2CF4-4924-8072-D0D8A0A53FC4}">
      <dsp:nvSpPr>
        <dsp:cNvPr id="0" name=""/>
        <dsp:cNvSpPr/>
      </dsp:nvSpPr>
      <dsp:spPr>
        <a:xfrm>
          <a:off x="6019121" y="1650371"/>
          <a:ext cx="1915862" cy="584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Picker/Stacker</a:t>
          </a:r>
        </a:p>
      </dsp:txBody>
      <dsp:txXfrm>
        <a:off x="6019121" y="1650371"/>
        <a:ext cx="1915862" cy="584338"/>
      </dsp:txXfrm>
    </dsp:sp>
    <dsp:sp modelId="{29327266-7B9E-4957-9ED1-AA3FB14EC0DC}">
      <dsp:nvSpPr>
        <dsp:cNvPr id="0" name=""/>
        <dsp:cNvSpPr/>
      </dsp:nvSpPr>
      <dsp:spPr>
        <a:xfrm>
          <a:off x="3720086" y="3134647"/>
          <a:ext cx="1915862" cy="9110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Team 02</a:t>
          </a:r>
        </a:p>
      </dsp:txBody>
      <dsp:txXfrm>
        <a:off x="3720086" y="3134647"/>
        <a:ext cx="1915862" cy="911070"/>
      </dsp:txXfrm>
    </dsp:sp>
    <dsp:sp modelId="{3E946624-52AE-457E-A0BD-B6E7E7AA70FE}">
      <dsp:nvSpPr>
        <dsp:cNvPr id="0" name=""/>
        <dsp:cNvSpPr/>
      </dsp:nvSpPr>
      <dsp:spPr>
        <a:xfrm>
          <a:off x="6019121" y="2474192"/>
          <a:ext cx="1915862" cy="584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Operator 3</a:t>
          </a:r>
        </a:p>
      </dsp:txBody>
      <dsp:txXfrm>
        <a:off x="6019121" y="2474192"/>
        <a:ext cx="1915862" cy="584338"/>
      </dsp:txXfrm>
    </dsp:sp>
    <dsp:sp modelId="{FA05B316-3D9E-4290-B490-E52BA4555C16}">
      <dsp:nvSpPr>
        <dsp:cNvPr id="0" name=""/>
        <dsp:cNvSpPr/>
      </dsp:nvSpPr>
      <dsp:spPr>
        <a:xfrm>
          <a:off x="6019121" y="3298013"/>
          <a:ext cx="1915862" cy="584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Operator 4</a:t>
          </a:r>
        </a:p>
      </dsp:txBody>
      <dsp:txXfrm>
        <a:off x="6019121" y="3298013"/>
        <a:ext cx="1915862" cy="584338"/>
      </dsp:txXfrm>
    </dsp:sp>
    <dsp:sp modelId="{667ACFD7-5A38-4F04-8611-524B18212082}">
      <dsp:nvSpPr>
        <dsp:cNvPr id="0" name=""/>
        <dsp:cNvSpPr/>
      </dsp:nvSpPr>
      <dsp:spPr>
        <a:xfrm>
          <a:off x="6019121" y="4121835"/>
          <a:ext cx="1915862" cy="584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Picker/Stacker</a:t>
          </a:r>
        </a:p>
      </dsp:txBody>
      <dsp:txXfrm>
        <a:off x="6019121" y="4121835"/>
        <a:ext cx="1915862" cy="584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CAB1D6-BB2A-4DC1-8BA2-844569DBDB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6AF4D-41E9-4958-B333-DBCF842E10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882923D-96D5-4A5D-AB34-25FF73CDF5C1}" type="datetimeFigureOut">
              <a:rPr lang="en-US"/>
              <a:pPr>
                <a:defRPr/>
              </a:pPr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221FA-F121-4E53-B8E4-EAE7F08F0C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1A4A8-7B02-4A69-ADF9-99EDD2E4E2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DDEA155-8286-4204-BCA7-8C646C31DF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519AC9-BF13-4231-AAA7-CAB41797C2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C3C23-36D7-4119-9A86-2FD026C0BE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FD5723B-09A5-4511-B910-EFA2E86FC7B6}" type="datetimeFigureOut">
              <a:rPr lang="en-IN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A5386B2-4D49-4618-BF41-7C9E8DC0B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A95D8FB-FBFB-45B4-BB64-F6F5F422D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73575"/>
            <a:ext cx="548640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57E2D-6F2E-426F-8BA5-B92747E119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45CB9-CBE2-47C2-911D-DC5B095A7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6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B8F9929C-16DB-4972-9F8A-59C693579E5D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9BA6AD31-1B6C-5DD9-87C9-74F0609CF8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BB05EF47-0AF5-F0A3-E73B-D201893C3A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F5A95B4C-E686-1BD2-829C-446A67D85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0531776-60C0-40D7-9B7B-34775A073FED}" type="slidenum">
              <a:rPr lang="en-IN" altLang="en-US">
                <a:latin typeface="Calibri" panose="020F0502020204030204" pitchFamily="34" charset="0"/>
              </a:rPr>
              <a:pPr/>
              <a:t>10</a:t>
            </a:fld>
            <a:endParaRPr lang="en-I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855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1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1252" name="Slide Number Placeholder 3"/>
          <p:cNvSpPr txBox="1">
            <a:spLocks noGrp="1"/>
          </p:cNvSpPr>
          <p:nvPr/>
        </p:nvSpPr>
        <p:spPr bwMode="auto">
          <a:xfrm>
            <a:off x="3884454" y="8685241"/>
            <a:ext cx="2971909" cy="457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r" eaLnBrk="1" hangingPunct="1"/>
            <a:fld id="{9DD69EAB-0454-4796-A1EA-959551CCC198}" type="slidenum">
              <a:rPr lang="en-US" sz="1200"/>
              <a:pPr algn="r" eaLnBrk="1" hangingPunct="1"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9421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4EE9016F-E7C5-466B-ADFE-9AA60E303609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91A091F-FBEE-4E78-923F-8E4573A16060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46773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30829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9722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3308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7565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820594-8E90-407D-9F2D-FB83FA25A8B8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6C9E5-1ED1-4A35-920C-393421499AB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75912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DC03D5-3BE9-4944-9942-371D4ECC609B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2E9B-FBF7-428E-9B55-CBB1869537DF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64608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7468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316070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22488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507802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E3239F-6DF9-F4F7-9FEA-16B961C0AB9B}"/>
              </a:ext>
            </a:extLst>
          </p:cNvPr>
          <p:cNvSpPr/>
          <p:nvPr userDrawn="1"/>
        </p:nvSpPr>
        <p:spPr>
          <a:xfrm rot="16200000">
            <a:off x="6142038" y="-4122738"/>
            <a:ext cx="77788" cy="10152063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9308DCC-E01A-909F-85D1-232D8697F4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8" y="304800"/>
            <a:ext cx="1581150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7F9701FD-04A9-EE12-198A-558EB6F43F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888" y="173038"/>
            <a:ext cx="1662112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054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33558905-AA0C-4C24-A64E-D58C44BBCC3F}" type="datetimeFigureOut">
              <a:rPr lang="en-IN" smtClean="0"/>
              <a:pPr>
                <a:defRPr/>
              </a:pPr>
              <a:t>16-09-2026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896A0D6-DF1A-4B84-9309-0552FF9A5C1C}" type="slidenum">
              <a:rPr lang="en-IN" altLang="en-US" smtClean="0"/>
              <a:pPr/>
              <a:t>‹#›</a:t>
            </a:fld>
            <a:endParaRPr lang="en-IN" alt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5427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  <p:sldLayoutId id="2147484141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71FDC5-3F7C-9A5F-F751-52962653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Room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8E395-7170-7245-7E1D-FA0E0DDBC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Archival of physical files, tracing physical files</a:t>
            </a:r>
          </a:p>
        </p:txBody>
      </p:sp>
    </p:spTree>
    <p:extLst>
      <p:ext uri="{BB962C8B-B14F-4D97-AF65-F5344CB8AC3E}">
        <p14:creationId xmlns:p14="http://schemas.microsoft.com/office/powerpoint/2010/main" val="173662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Room MODULE &amp; DATA ENTRY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To guide </a:t>
            </a:r>
            <a:r>
              <a:rPr lang="en-US" dirty="0" err="1"/>
              <a:t>Codal</a:t>
            </a:r>
            <a:r>
              <a:rPr lang="en-US" dirty="0"/>
              <a:t> life completion of files and assist with graphical notifications to discard such records with ease and minimal documentation</a:t>
            </a:r>
          </a:p>
          <a:p>
            <a:pPr lvl="1"/>
            <a:r>
              <a:rPr lang="en-US" dirty="0"/>
              <a:t>To enable barcode based indexing for reading/marking for easy finding for issue by operators</a:t>
            </a:r>
          </a:p>
          <a:p>
            <a:pPr lvl="1"/>
            <a:r>
              <a:rPr lang="en-US" dirty="0"/>
              <a:t>Integrate all record rooms in one – and provide joint search of records using keywords of file name / name of employee / description tags, etc. </a:t>
            </a:r>
          </a:p>
          <a:p>
            <a:pPr lvl="1"/>
            <a:r>
              <a:rPr lang="en-US" dirty="0"/>
              <a:t>To assist and guide in proper sorting &amp; arrangement of records</a:t>
            </a:r>
          </a:p>
          <a:p>
            <a:pPr lvl="1"/>
            <a:r>
              <a:rPr lang="en-US" dirty="0"/>
              <a:t>Integrated system to guide to user on file search – across the system / departments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78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C487CB-8E1D-4CA6-A0DA-8AD2C8577A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935" y="1832973"/>
            <a:ext cx="3171953" cy="4229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45316B-2F73-4707-88CD-CF1A7FD52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3" y="2628730"/>
            <a:ext cx="3171953" cy="42292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85C7E8-EF61-4C3E-9238-343250C466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228" y="2402011"/>
            <a:ext cx="3251465" cy="4335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625EF0-5F3F-4CCA-9F9D-684E1168B5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495" y="1832973"/>
            <a:ext cx="3251465" cy="43352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17773" y="6220692"/>
            <a:ext cx="480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 facilitate ease of access, picking and stacking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19766" y="3747752"/>
            <a:ext cx="1971188" cy="99561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9FABB2-935E-EC79-62D3-68268CDD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are often found scattered – pitiable situation</a:t>
            </a:r>
          </a:p>
        </p:txBody>
      </p:sp>
    </p:spTree>
    <p:extLst>
      <p:ext uri="{BB962C8B-B14F-4D97-AF65-F5344CB8AC3E}">
        <p14:creationId xmlns:p14="http://schemas.microsoft.com/office/powerpoint/2010/main" val="1248737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– record room digitization process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6C25020-5A21-4A9F-BB1E-1F91E812B0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1822635"/>
              </p:ext>
            </p:extLst>
          </p:nvPr>
        </p:nvGraphicFramePr>
        <p:xfrm>
          <a:off x="-854475" y="2084832"/>
          <a:ext cx="9356035" cy="4708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9754" y="1224596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90657" y="1652649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8"/>
          <a:srcRect l="23216" t="26508" r="23575" b="33451"/>
          <a:stretch/>
        </p:blipFill>
        <p:spPr>
          <a:xfrm>
            <a:off x="7990657" y="5432764"/>
            <a:ext cx="1493950" cy="1212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3678" y="3611397"/>
            <a:ext cx="1683993" cy="1683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46880" y="2016973"/>
            <a:ext cx="1708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– 6 laptops for data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3782" y="3977618"/>
            <a:ext cx="1708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4-6 barcode guns for mapping of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3781" y="5445170"/>
            <a:ext cx="17085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Upto</a:t>
            </a:r>
            <a:r>
              <a:rPr lang="en-US" dirty="0"/>
              <a:t> 3 lac barcode stickers for files and </a:t>
            </a:r>
            <a:r>
              <a:rPr lang="en-US" dirty="0" err="1"/>
              <a:t>almirah</a:t>
            </a:r>
            <a:r>
              <a:rPr lang="en-US" dirty="0"/>
              <a:t> shelves</a:t>
            </a:r>
          </a:p>
        </p:txBody>
      </p:sp>
    </p:spTree>
    <p:extLst>
      <p:ext uri="{BB962C8B-B14F-4D97-AF65-F5344CB8AC3E}">
        <p14:creationId xmlns:p14="http://schemas.microsoft.com/office/powerpoint/2010/main" val="282492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D875A0-0010-4E96-871F-29D92F688B51}"/>
              </a:ext>
            </a:extLst>
          </p:cNvPr>
          <p:cNvSpPr/>
          <p:nvPr/>
        </p:nvSpPr>
        <p:spPr>
          <a:xfrm>
            <a:off x="1024128" y="2213340"/>
            <a:ext cx="1021742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Bar Coding and Affixing of stickers on individual Almirahs, subsequent same procedure for individual shelves of each almirah.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Designated R.L.s of each team would stack up files from Cabinet/Almirah racks hierarchically in batches of 50 and provide to each D.E.O. </a:t>
            </a:r>
            <a:endParaRPr lang="en-IN" sz="2000" dirty="0">
              <a:latin typeface="+mj-lt"/>
            </a:endParaRP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Data entry of the files, generate and affix bar coded stickers on individual files with assistance of R.L.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Handing over of Data Captured and Bar Coded files to R.L. for placing back in requisite Bar coded Cabinet/Almirah Shelves</a:t>
            </a:r>
            <a:endParaRPr lang="en-IN" sz="2000" dirty="0">
              <a:latin typeface="+mj-lt"/>
            </a:endParaRP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After completion of work in the Room with the lesser files, both teams would work in the next room cohesively.</a:t>
            </a:r>
            <a:endParaRPr lang="en-IN" sz="2000" dirty="0">
              <a:latin typeface="+mj-lt"/>
            </a:endParaRP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Targets provided to each D.E.O. and R.L. to be monitored and reviewed by the Supervisor on ad-hoc basis.</a:t>
            </a:r>
            <a:endParaRPr lang="en-IN" sz="20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75492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room system: centralized access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8863" r="1732" b="6546"/>
          <a:stretch/>
        </p:blipFill>
        <p:spPr>
          <a:xfrm>
            <a:off x="1024128" y="2560345"/>
            <a:ext cx="7195930" cy="34826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2122" y="3233531"/>
            <a:ext cx="284885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 Record Rooms</a:t>
            </a:r>
          </a:p>
          <a:p>
            <a:endParaRPr lang="en-US" dirty="0"/>
          </a:p>
          <a:p>
            <a:r>
              <a:rPr lang="en-US" dirty="0"/>
              <a:t>Manage Issue/Return of Files</a:t>
            </a:r>
          </a:p>
          <a:p>
            <a:endParaRPr lang="en-US" dirty="0"/>
          </a:p>
          <a:p>
            <a:r>
              <a:rPr lang="en-US" dirty="0"/>
              <a:t>Search Files using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Bar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Description </a:t>
            </a:r>
            <a:r>
              <a:rPr lang="en-US" dirty="0" err="1"/>
              <a:t>Keytags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383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 to user and return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5772" t="9392" b="6057"/>
          <a:stretch/>
        </p:blipFill>
        <p:spPr>
          <a:xfrm>
            <a:off x="3222059" y="1813565"/>
            <a:ext cx="8713696" cy="49178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5527" t="16134" r="28084" b="40653"/>
          <a:stretch/>
        </p:blipFill>
        <p:spPr>
          <a:xfrm>
            <a:off x="217303" y="1813565"/>
            <a:ext cx="3004756" cy="12946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30111" t="13120" r="31066" b="40190"/>
          <a:stretch/>
        </p:blipFill>
        <p:spPr>
          <a:xfrm>
            <a:off x="5244353" y="1669377"/>
            <a:ext cx="4256052" cy="2877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54051" y="2635624"/>
            <a:ext cx="3219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/>
              <a:t>Shows which </a:t>
            </a:r>
            <a:r>
              <a:rPr lang="en-US" sz="1600" i="1" dirty="0" err="1"/>
              <a:t>Almirah</a:t>
            </a:r>
            <a:r>
              <a:rPr lang="en-US" sz="1600" i="1" dirty="0"/>
              <a:t> Section you will </a:t>
            </a:r>
          </a:p>
          <a:p>
            <a:pPr algn="ctr"/>
            <a:r>
              <a:rPr lang="en-US" sz="1600" i="1" dirty="0"/>
              <a:t>find the file…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498541" y="6225988"/>
            <a:ext cx="1210235" cy="632012"/>
          </a:xfrm>
          <a:prstGeom prst="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l="30220" t="16258" r="30846" b="42545"/>
          <a:stretch/>
        </p:blipFill>
        <p:spPr>
          <a:xfrm>
            <a:off x="6373906" y="2635624"/>
            <a:ext cx="4746812" cy="282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2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522" t="9450" r="2935" b="6258"/>
          <a:stretch/>
        </p:blipFill>
        <p:spPr>
          <a:xfrm>
            <a:off x="1024128" y="2321133"/>
            <a:ext cx="7023653" cy="41326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362122" y="3233531"/>
            <a:ext cx="33802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what is kept in each </a:t>
            </a:r>
            <a:r>
              <a:rPr lang="en-US" dirty="0" err="1"/>
              <a:t>Almirah</a:t>
            </a:r>
            <a:r>
              <a:rPr lang="en-US" dirty="0"/>
              <a:t> !!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Search using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Name/Description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DF96FC-6672-71DD-6F7F-1DCC4BE2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Room View – Rooms/Almirahs/Racks</a:t>
            </a:r>
          </a:p>
        </p:txBody>
      </p:sp>
    </p:spTree>
    <p:extLst>
      <p:ext uri="{BB962C8B-B14F-4D97-AF65-F5344CB8AC3E}">
        <p14:creationId xmlns:p14="http://schemas.microsoft.com/office/powerpoint/2010/main" val="2820283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for Files with ease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196" t="14862" r="2065" b="6066"/>
          <a:stretch/>
        </p:blipFill>
        <p:spPr>
          <a:xfrm>
            <a:off x="1024128" y="2227334"/>
            <a:ext cx="8282609" cy="45047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7733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AutoShape 2" descr="Image result for database image">
            <a:extLst>
              <a:ext uri="{FF2B5EF4-FFF2-40B4-BE49-F238E27FC236}">
                <a16:creationId xmlns:a16="http://schemas.microsoft.com/office/drawing/2014/main" id="{B9A2BE00-966D-6F4E-F6CD-285B1C811E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635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5844" name="AutoShape 4" descr="Image result for database image">
            <a:extLst>
              <a:ext uri="{FF2B5EF4-FFF2-40B4-BE49-F238E27FC236}">
                <a16:creationId xmlns:a16="http://schemas.microsoft.com/office/drawing/2014/main" id="{CAFC3780-2416-89E8-26C4-EE87EC0882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635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5845" name="AutoShape 6" descr="Image result for database image">
            <a:extLst>
              <a:ext uri="{FF2B5EF4-FFF2-40B4-BE49-F238E27FC236}">
                <a16:creationId xmlns:a16="http://schemas.microsoft.com/office/drawing/2014/main" id="{6A6A11AE-F866-68BA-E54D-654B7BF9E4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635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5847" name="AutoShape 2" descr="Image result for database image">
            <a:extLst>
              <a:ext uri="{FF2B5EF4-FFF2-40B4-BE49-F238E27FC236}">
                <a16:creationId xmlns:a16="http://schemas.microsoft.com/office/drawing/2014/main" id="{AD9564F7-4D92-DFAA-7659-52B21F144D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24320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5848" name="AutoShape 4" descr="Image result for database image">
            <a:extLst>
              <a:ext uri="{FF2B5EF4-FFF2-40B4-BE49-F238E27FC236}">
                <a16:creationId xmlns:a16="http://schemas.microsoft.com/office/drawing/2014/main" id="{CF794247-F32F-EB2B-DFA4-F465D48B10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24320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5849" name="AutoShape 6" descr="Image result for database image">
            <a:extLst>
              <a:ext uri="{FF2B5EF4-FFF2-40B4-BE49-F238E27FC236}">
                <a16:creationId xmlns:a16="http://schemas.microsoft.com/office/drawing/2014/main" id="{620A06AA-E948-1399-A6E6-951D7026A6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24320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ABC229-8B2A-71ED-1048-1561A9851BD7}"/>
              </a:ext>
            </a:extLst>
          </p:cNvPr>
          <p:cNvGrpSpPr/>
          <p:nvPr/>
        </p:nvGrpSpPr>
        <p:grpSpPr>
          <a:xfrm>
            <a:off x="1853767" y="4546119"/>
            <a:ext cx="8958262" cy="2132945"/>
            <a:chOff x="1853767" y="4546119"/>
            <a:chExt cx="8958262" cy="2132945"/>
          </a:xfrm>
        </p:grpSpPr>
        <p:pic>
          <p:nvPicPr>
            <p:cNvPr id="35846" name="Picture 120" descr="images (1).png">
              <a:extLst>
                <a:ext uri="{FF2B5EF4-FFF2-40B4-BE49-F238E27FC236}">
                  <a16:creationId xmlns:a16="http://schemas.microsoft.com/office/drawing/2014/main" id="{11BBB426-C0DB-9450-757A-316E0B6D4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8229" y="4665182"/>
              <a:ext cx="114300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0" name="Picture 30" descr="images (1).png">
              <a:extLst>
                <a:ext uri="{FF2B5EF4-FFF2-40B4-BE49-F238E27FC236}">
                  <a16:creationId xmlns:a16="http://schemas.microsoft.com/office/drawing/2014/main" id="{CFCB4D3D-6560-4485-FC1E-3D71E437F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8417" y="4674707"/>
              <a:ext cx="114300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1" name="TextBox 31">
              <a:extLst>
                <a:ext uri="{FF2B5EF4-FFF2-40B4-BE49-F238E27FC236}">
                  <a16:creationId xmlns:a16="http://schemas.microsoft.com/office/drawing/2014/main" id="{BA984F2B-BE28-5510-BE96-607FCF720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3767" y="5744682"/>
              <a:ext cx="1828800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External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Application</a:t>
              </a:r>
            </a:p>
          </p:txBody>
        </p:sp>
        <p:pic>
          <p:nvPicPr>
            <p:cNvPr id="35852" name="Picture 32" descr="download.jpg">
              <a:extLst>
                <a:ext uri="{FF2B5EF4-FFF2-40B4-BE49-F238E27FC236}">
                  <a16:creationId xmlns:a16="http://schemas.microsoft.com/office/drawing/2014/main" id="{1C30C297-B21F-FE6E-A2F0-B66F9293B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7942" y="4647719"/>
              <a:ext cx="431800" cy="484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3" name="Picture 7">
              <a:extLst>
                <a:ext uri="{FF2B5EF4-FFF2-40B4-BE49-F238E27FC236}">
                  <a16:creationId xmlns:a16="http://schemas.microsoft.com/office/drawing/2014/main" id="{B0821E4C-5F71-56FE-1547-5826CA31A6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10" t="37077" r="26315" b="48315"/>
            <a:stretch>
              <a:fillRect/>
            </a:stretch>
          </p:blipFill>
          <p:spPr bwMode="auto">
            <a:xfrm>
              <a:off x="4889067" y="4638194"/>
              <a:ext cx="960437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4" name="TextBox 37">
              <a:extLst>
                <a:ext uri="{FF2B5EF4-FFF2-40B4-BE49-F238E27FC236}">
                  <a16:creationId xmlns:a16="http://schemas.microsoft.com/office/drawing/2014/main" id="{846D533B-3484-57C6-6329-CC050251E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1404" y="5674832"/>
              <a:ext cx="15525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Receipt Creation </a:t>
              </a:r>
            </a:p>
          </p:txBody>
        </p:sp>
        <p:pic>
          <p:nvPicPr>
            <p:cNvPr id="35855" name="Picture 8">
              <a:extLst>
                <a:ext uri="{FF2B5EF4-FFF2-40B4-BE49-F238E27FC236}">
                  <a16:creationId xmlns:a16="http://schemas.microsoft.com/office/drawing/2014/main" id="{0FE751B0-91A3-A09C-A0F7-9BF96C13A0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5279" y="4692169"/>
              <a:ext cx="1219200" cy="65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6" name="TextBox 70">
              <a:extLst>
                <a:ext uri="{FF2B5EF4-FFF2-40B4-BE49-F238E27FC236}">
                  <a16:creationId xmlns:a16="http://schemas.microsoft.com/office/drawing/2014/main" id="{FE2A1969-2362-31A7-A12D-60B93AB48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3779" y="5320819"/>
              <a:ext cx="1441450" cy="738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Approved Draft  mail/dispatch) </a:t>
              </a:r>
            </a:p>
          </p:txBody>
        </p:sp>
        <p:pic>
          <p:nvPicPr>
            <p:cNvPr id="35857" name="Picture 78" descr="inaugurado-email-delineado-simbolo-de-interface_318-71982.jpg">
              <a:extLst>
                <a:ext uri="{FF2B5EF4-FFF2-40B4-BE49-F238E27FC236}">
                  <a16:creationId xmlns:a16="http://schemas.microsoft.com/office/drawing/2014/main" id="{4EDA88FB-2DA9-97B8-943C-68004F9D6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6767" y="5381144"/>
              <a:ext cx="3524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5AAB1D0-B282-4214-802E-7C3658372034}"/>
                </a:ext>
              </a:extLst>
            </p:cNvPr>
            <p:cNvCxnSpPr/>
            <p:nvPr/>
          </p:nvCxnSpPr>
          <p:spPr>
            <a:xfrm>
              <a:off x="3099954" y="4930294"/>
              <a:ext cx="13779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59" name="Rectangle 41">
              <a:extLst>
                <a:ext uri="{FF2B5EF4-FFF2-40B4-BE49-F238E27FC236}">
                  <a16:creationId xmlns:a16="http://schemas.microsoft.com/office/drawing/2014/main" id="{323B80C5-2D8F-FD1C-83FA-6DCBE5511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0292" y="5277957"/>
              <a:ext cx="1081087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Receipt No.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67918EE-D216-49AE-8319-67E1D4C8ABDB}"/>
                </a:ext>
              </a:extLst>
            </p:cNvPr>
            <p:cNvCxnSpPr/>
            <p:nvPr/>
          </p:nvCxnSpPr>
          <p:spPr>
            <a:xfrm>
              <a:off x="5881254" y="4901719"/>
              <a:ext cx="395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61" name="Rectangle 58">
              <a:extLst>
                <a:ext uri="{FF2B5EF4-FFF2-40B4-BE49-F238E27FC236}">
                  <a16:creationId xmlns:a16="http://schemas.microsoft.com/office/drawing/2014/main" id="{F77E61E7-976B-FA78-E281-B608EDE9D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6354" y="5404957"/>
              <a:ext cx="1841500" cy="738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Decisions in eFile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Set Flag for Receipt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B53D3CA-DDA3-4C39-9EAF-3F71552CB9D9}"/>
                </a:ext>
              </a:extLst>
            </p:cNvPr>
            <p:cNvCxnSpPr/>
            <p:nvPr/>
          </p:nvCxnSpPr>
          <p:spPr>
            <a:xfrm>
              <a:off x="7938654" y="4876319"/>
              <a:ext cx="18494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63" name="Rectangle 72">
              <a:extLst>
                <a:ext uri="{FF2B5EF4-FFF2-40B4-BE49-F238E27FC236}">
                  <a16:creationId xmlns:a16="http://schemas.microsoft.com/office/drawing/2014/main" id="{76A5A9D9-85CE-F547-F663-65D740E21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0117" y="4976332"/>
              <a:ext cx="1427162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Receipt Status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0404C698-0270-45F7-8D22-DA74B4CDAC16}"/>
                </a:ext>
              </a:extLst>
            </p:cNvPr>
            <p:cNvSpPr/>
            <p:nvPr/>
          </p:nvSpPr>
          <p:spPr>
            <a:xfrm>
              <a:off x="4530292" y="4546119"/>
              <a:ext cx="3408362" cy="165258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865" name="Rectangle 76">
              <a:extLst>
                <a:ext uri="{FF2B5EF4-FFF2-40B4-BE49-F238E27FC236}">
                  <a16:creationId xmlns:a16="http://schemas.microsoft.com/office/drawing/2014/main" id="{195A335B-B656-9DF7-907D-C949D0688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7554" y="4620732"/>
              <a:ext cx="18653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Receipt Movements</a:t>
              </a:r>
              <a:endParaRPr lang="en-US" altLang="en-US" sz="1400">
                <a:latin typeface="Arial" panose="020B0604020202020204" pitchFamily="34" charset="0"/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142302B5-79E6-4DA3-9507-BA072B0539A9}"/>
                </a:ext>
              </a:extLst>
            </p:cNvPr>
            <p:cNvCxnSpPr/>
            <p:nvPr/>
          </p:nvCxnSpPr>
          <p:spPr>
            <a:xfrm>
              <a:off x="3112654" y="5246207"/>
              <a:ext cx="134778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67" name="TextBox 121">
              <a:extLst>
                <a:ext uri="{FF2B5EF4-FFF2-40B4-BE49-F238E27FC236}">
                  <a16:creationId xmlns:a16="http://schemas.microsoft.com/office/drawing/2014/main" id="{628781AA-209C-5F3C-3D70-E24C3C867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3617" y="5776432"/>
              <a:ext cx="126841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External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 Application</a:t>
              </a:r>
            </a:p>
          </p:txBody>
        </p:sp>
        <p:sp>
          <p:nvSpPr>
            <p:cNvPr id="35868" name="TextBox 126">
              <a:extLst>
                <a:ext uri="{FF2B5EF4-FFF2-40B4-BE49-F238E27FC236}">
                  <a16:creationId xmlns:a16="http://schemas.microsoft.com/office/drawing/2014/main" id="{822BA2BF-9E06-C19A-112C-A67DAABC5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167" y="6155844"/>
              <a:ext cx="219233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 b="1" dirty="0">
                  <a:latin typeface="Arial" panose="020B0604020202020204" pitchFamily="34" charset="0"/>
                </a:rPr>
                <a:t>Smart Office Application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0E7B044-CF2D-4884-B7F1-F46208693E92}"/>
                </a:ext>
              </a:extLst>
            </p:cNvPr>
            <p:cNvCxnSpPr/>
            <p:nvPr/>
          </p:nvCxnSpPr>
          <p:spPr>
            <a:xfrm>
              <a:off x="7930717" y="5222394"/>
              <a:ext cx="18510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5A5A1A6-ED73-497F-8219-82B22DD1F175}"/>
                </a:ext>
              </a:extLst>
            </p:cNvPr>
            <p:cNvCxnSpPr/>
            <p:nvPr/>
          </p:nvCxnSpPr>
          <p:spPr>
            <a:xfrm>
              <a:off x="7954529" y="5577994"/>
              <a:ext cx="18510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D3957E-9202-D86C-67B8-AD7124ED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Dak &amp; dispatch </a:t>
            </a:r>
            <a:r>
              <a:rPr lang="en-US" dirty="0" err="1"/>
              <a:t>manaGement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D11E3-F895-E8A9-7077-1179241A7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 EACH INCOMING DAK AND OUTGOING DISPATCH</a:t>
            </a:r>
          </a:p>
          <a:p>
            <a:r>
              <a:rPr lang="en-US" dirty="0"/>
              <a:t>LETTER ASSIGNMENT</a:t>
            </a:r>
          </a:p>
          <a:p>
            <a:r>
              <a:rPr lang="en-US" dirty="0"/>
              <a:t>LINKING WITH SMART OFFICE – FILES</a:t>
            </a:r>
          </a:p>
          <a:p>
            <a:r>
              <a:rPr lang="en-US" dirty="0"/>
              <a:t>FILE / LETTER SEARCH </a:t>
            </a:r>
          </a:p>
          <a:p>
            <a:r>
              <a:rPr lang="en-US" dirty="0"/>
              <a:t>MIS REPORTS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67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31A9-48F5-AC9D-A03E-63DB1C52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SMART OFFICE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EC34A-C0D7-87C8-07C8-2E196FDAF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&amp; ITS BENEFITS</a:t>
            </a:r>
          </a:p>
        </p:txBody>
      </p:sp>
    </p:spTree>
    <p:extLst>
      <p:ext uri="{BB962C8B-B14F-4D97-AF65-F5344CB8AC3E}">
        <p14:creationId xmlns:p14="http://schemas.microsoft.com/office/powerpoint/2010/main" val="1578749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ADVANTAGES OF SMART OFFICE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CADAC2-7CAF-EB79-238A-E72B070C6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Bringing in transparency in the system</a:t>
            </a:r>
          </a:p>
          <a:p>
            <a:r>
              <a:rPr lang="en-US" dirty="0"/>
              <a:t>Improved efficiency in working</a:t>
            </a:r>
          </a:p>
          <a:p>
            <a:r>
              <a:rPr lang="en-US" dirty="0"/>
              <a:t>Viewing of files based on roles</a:t>
            </a:r>
          </a:p>
          <a:p>
            <a:r>
              <a:rPr lang="en-US" dirty="0"/>
              <a:t>Search and view file at any point in time (Based on hierarchy)</a:t>
            </a:r>
          </a:p>
          <a:p>
            <a:r>
              <a:rPr lang="en-US" dirty="0"/>
              <a:t>File can be retrieved anytime</a:t>
            </a:r>
          </a:p>
          <a:p>
            <a:r>
              <a:rPr lang="en-US" dirty="0"/>
              <a:t>Alerts on urgent files where action is required</a:t>
            </a:r>
          </a:p>
          <a:p>
            <a:r>
              <a:rPr lang="en-US" dirty="0"/>
              <a:t>Simplified Employee processes – easy adaptability</a:t>
            </a:r>
          </a:p>
          <a:p>
            <a:r>
              <a:rPr lang="en-US" dirty="0"/>
              <a:t>Improved Accountability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66846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A0EF18-FCDC-30DA-E26F-DFB706001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control – smart office work</a:t>
            </a: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FE691223-71B1-1EB2-E273-09855EBD9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" t="8559" r="918" b="7674"/>
          <a:stretch/>
        </p:blipFill>
        <p:spPr>
          <a:xfrm>
            <a:off x="1830532" y="1922317"/>
            <a:ext cx="8530936" cy="4914901"/>
          </a:xfrm>
        </p:spPr>
      </p:pic>
    </p:spTree>
    <p:extLst>
      <p:ext uri="{BB962C8B-B14F-4D97-AF65-F5344CB8AC3E}">
        <p14:creationId xmlns:p14="http://schemas.microsoft.com/office/powerpoint/2010/main" val="3347801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07EDF5-83A2-6191-9F58-97EAF088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THANKING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35BBC-964C-BF38-D04E-2B1822174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QUESTIONS…</a:t>
            </a:r>
          </a:p>
        </p:txBody>
      </p:sp>
    </p:spTree>
    <p:extLst>
      <p:ext uri="{BB962C8B-B14F-4D97-AF65-F5344CB8AC3E}">
        <p14:creationId xmlns:p14="http://schemas.microsoft.com/office/powerpoint/2010/main" val="16210801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8982</TotalTime>
  <Words>536</Words>
  <Application>Microsoft Office PowerPoint</Application>
  <PresentationFormat>Widescreen</PresentationFormat>
  <Paragraphs>90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Gill Sans MT</vt:lpstr>
      <vt:lpstr>Wingdings</vt:lpstr>
      <vt:lpstr>Wingdings 2</vt:lpstr>
      <vt:lpstr>Dividend</vt:lpstr>
      <vt:lpstr>Record Room</vt:lpstr>
      <vt:lpstr>Record Room MODULE &amp; DATA ENTRY PROCESS</vt:lpstr>
      <vt:lpstr>Files are often found scattered – pitiable situation</vt:lpstr>
      <vt:lpstr>Physical – record room digitization process</vt:lpstr>
      <vt:lpstr>Methodology</vt:lpstr>
      <vt:lpstr>record room system: centralized access</vt:lpstr>
      <vt:lpstr>Issue to user and return process</vt:lpstr>
      <vt:lpstr>Record Room View – Rooms/Almirahs/Racks</vt:lpstr>
      <vt:lpstr>Search for Files with ease</vt:lpstr>
      <vt:lpstr>Dak &amp; dispatch manaGement</vt:lpstr>
      <vt:lpstr>BENEFITS OF SMART OFFICE</vt:lpstr>
      <vt:lpstr>ADVANTAGES OF SMART OFFICE</vt:lpstr>
      <vt:lpstr>Centralized control – smart office work</vt:lpstr>
      <vt:lpstr>THANKING YOU</vt:lpstr>
    </vt:vector>
  </TitlesOfParts>
  <Company>Ernst &amp; Young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Mohit Varshney</dc:creator>
  <cp:lastModifiedBy>Anshuman Trivedi</cp:lastModifiedBy>
  <cp:revision>737</cp:revision>
  <dcterms:created xsi:type="dcterms:W3CDTF">2016-10-08T16:50:13Z</dcterms:created>
  <dcterms:modified xsi:type="dcterms:W3CDTF">2026-09-16T10:13:54Z</dcterms:modified>
</cp:coreProperties>
</file>